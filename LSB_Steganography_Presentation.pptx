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66" r:id="rId4"/>
    <p:sldId id="267" r:id="rId5"/>
    <p:sldId id="258" r:id="rId6"/>
    <p:sldId id="26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3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B55C9-C2D2-4A9C-B9B0-48A2C4966B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BD729C1-08A0-4ED0-9F8F-061B43AAF046}">
      <dgm:prSet/>
      <dgm:spPr/>
      <dgm:t>
        <a:bodyPr/>
        <a:lstStyle/>
        <a:p>
          <a:r>
            <a:rPr lang="en-US"/>
            <a:t>Information transmitted through the internet is vulnerable to interception and manipulation.</a:t>
          </a:r>
        </a:p>
      </dgm:t>
    </dgm:pt>
    <dgm:pt modelId="{F717FE89-A7FC-4DC8-A6DB-47F28F3B114A}" type="parTrans" cxnId="{C898C0C3-DED3-4B54-A91F-57B0ACEF28CD}">
      <dgm:prSet/>
      <dgm:spPr/>
      <dgm:t>
        <a:bodyPr/>
        <a:lstStyle/>
        <a:p>
          <a:endParaRPr lang="en-US"/>
        </a:p>
      </dgm:t>
    </dgm:pt>
    <dgm:pt modelId="{E205D6A2-0D3B-4F47-BA2D-58EB22791FFE}" type="sibTrans" cxnId="{C898C0C3-DED3-4B54-A91F-57B0ACEF28CD}">
      <dgm:prSet/>
      <dgm:spPr/>
      <dgm:t>
        <a:bodyPr/>
        <a:lstStyle/>
        <a:p>
          <a:endParaRPr lang="en-US"/>
        </a:p>
      </dgm:t>
    </dgm:pt>
    <dgm:pt modelId="{7E3A1D00-CF44-428B-B196-2931D273362C}">
      <dgm:prSet/>
      <dgm:spPr/>
      <dgm:t>
        <a:bodyPr/>
        <a:lstStyle/>
        <a:p>
          <a:r>
            <a:rPr lang="en-US"/>
            <a:t>Steganography hides the existence of secret messages inside digital media.</a:t>
          </a:r>
        </a:p>
      </dgm:t>
    </dgm:pt>
    <dgm:pt modelId="{799F2DB7-65EE-4785-BD5D-AC1960C392CC}" type="parTrans" cxnId="{4C485307-858F-4B1C-8DB7-31064485A370}">
      <dgm:prSet/>
      <dgm:spPr/>
      <dgm:t>
        <a:bodyPr/>
        <a:lstStyle/>
        <a:p>
          <a:endParaRPr lang="en-US"/>
        </a:p>
      </dgm:t>
    </dgm:pt>
    <dgm:pt modelId="{B4043F2F-AF55-491E-9252-309C9B657CBE}" type="sibTrans" cxnId="{4C485307-858F-4B1C-8DB7-31064485A370}">
      <dgm:prSet/>
      <dgm:spPr/>
      <dgm:t>
        <a:bodyPr/>
        <a:lstStyle/>
        <a:p>
          <a:endParaRPr lang="en-US"/>
        </a:p>
      </dgm:t>
    </dgm:pt>
    <dgm:pt modelId="{51B938E1-C225-433F-B015-D78D996908C8}">
      <dgm:prSet/>
      <dgm:spPr/>
      <dgm:t>
        <a:bodyPr/>
        <a:lstStyle/>
        <a:p>
          <a:r>
            <a:rPr lang="en-US"/>
            <a:t>LSB is a simple and widely used image steganography technique.</a:t>
          </a:r>
        </a:p>
      </dgm:t>
    </dgm:pt>
    <dgm:pt modelId="{1D68720F-13A3-4241-863E-F2BB9417C9BF}" type="parTrans" cxnId="{1B7F7202-9E9C-43BA-90EE-28297FF5EB40}">
      <dgm:prSet/>
      <dgm:spPr/>
      <dgm:t>
        <a:bodyPr/>
        <a:lstStyle/>
        <a:p>
          <a:endParaRPr lang="en-US"/>
        </a:p>
      </dgm:t>
    </dgm:pt>
    <dgm:pt modelId="{FBD62762-593A-4A29-8E0B-19384DD47B66}" type="sibTrans" cxnId="{1B7F7202-9E9C-43BA-90EE-28297FF5EB40}">
      <dgm:prSet/>
      <dgm:spPr/>
      <dgm:t>
        <a:bodyPr/>
        <a:lstStyle/>
        <a:p>
          <a:endParaRPr lang="en-US"/>
        </a:p>
      </dgm:t>
    </dgm:pt>
    <dgm:pt modelId="{FD543FE2-02C4-4076-A805-F0186666C1B8}">
      <dgm:prSet/>
      <dgm:spPr/>
      <dgm:t>
        <a:bodyPr/>
        <a:lstStyle/>
        <a:p>
          <a:r>
            <a:rPr lang="en-US"/>
            <a:t>PNG images are suitable because they use lossless compression.</a:t>
          </a:r>
        </a:p>
      </dgm:t>
    </dgm:pt>
    <dgm:pt modelId="{2650BDF1-8BD7-4E6F-9980-10F54CA2A74B}" type="parTrans" cxnId="{AC05F815-2A64-45E6-9930-544D3B0ABF10}">
      <dgm:prSet/>
      <dgm:spPr/>
      <dgm:t>
        <a:bodyPr/>
        <a:lstStyle/>
        <a:p>
          <a:endParaRPr lang="en-US"/>
        </a:p>
      </dgm:t>
    </dgm:pt>
    <dgm:pt modelId="{32900F05-C793-4CEC-984E-10DCF97A0787}" type="sibTrans" cxnId="{AC05F815-2A64-45E6-9930-544D3B0ABF10}">
      <dgm:prSet/>
      <dgm:spPr/>
      <dgm:t>
        <a:bodyPr/>
        <a:lstStyle/>
        <a:p>
          <a:endParaRPr lang="en-US"/>
        </a:p>
      </dgm:t>
    </dgm:pt>
    <dgm:pt modelId="{EE148435-8557-40D5-B4A9-A41D8364F601}" type="pres">
      <dgm:prSet presAssocID="{727B55C9-C2D2-4A9C-B9B0-48A2C4966B65}" presName="root" presStyleCnt="0">
        <dgm:presLayoutVars>
          <dgm:dir/>
          <dgm:resizeHandles val="exact"/>
        </dgm:presLayoutVars>
      </dgm:prSet>
      <dgm:spPr/>
    </dgm:pt>
    <dgm:pt modelId="{DA8E02E7-9817-4A27-9321-92AD57FFEFD0}" type="pres">
      <dgm:prSet presAssocID="{EBD729C1-08A0-4ED0-9F8F-061B43AAF046}" presName="compNode" presStyleCnt="0"/>
      <dgm:spPr/>
    </dgm:pt>
    <dgm:pt modelId="{21B919E9-3778-4F0D-843A-09CFC7CFB3A8}" type="pres">
      <dgm:prSet presAssocID="{EBD729C1-08A0-4ED0-9F8F-061B43AAF0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97C4E13-EEA1-496F-ABF1-5986BA554FDF}" type="pres">
      <dgm:prSet presAssocID="{EBD729C1-08A0-4ED0-9F8F-061B43AAF046}" presName="spaceRect" presStyleCnt="0"/>
      <dgm:spPr/>
    </dgm:pt>
    <dgm:pt modelId="{4F18A707-DE13-4D03-B43A-1F624C8164A5}" type="pres">
      <dgm:prSet presAssocID="{EBD729C1-08A0-4ED0-9F8F-061B43AAF046}" presName="textRect" presStyleLbl="revTx" presStyleIdx="0" presStyleCnt="4">
        <dgm:presLayoutVars>
          <dgm:chMax val="1"/>
          <dgm:chPref val="1"/>
        </dgm:presLayoutVars>
      </dgm:prSet>
      <dgm:spPr/>
    </dgm:pt>
    <dgm:pt modelId="{1F59AD38-53D6-45FD-B2FC-354DF24B2E4E}" type="pres">
      <dgm:prSet presAssocID="{E205D6A2-0D3B-4F47-BA2D-58EB22791FFE}" presName="sibTrans" presStyleCnt="0"/>
      <dgm:spPr/>
    </dgm:pt>
    <dgm:pt modelId="{4F965DC9-9EBB-44E9-9675-BA64DF0A8D14}" type="pres">
      <dgm:prSet presAssocID="{7E3A1D00-CF44-428B-B196-2931D273362C}" presName="compNode" presStyleCnt="0"/>
      <dgm:spPr/>
    </dgm:pt>
    <dgm:pt modelId="{646BB1B4-3162-4F84-AA77-E5798D4646AE}" type="pres">
      <dgm:prSet presAssocID="{7E3A1D00-CF44-428B-B196-2931D27336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B9819B23-4F3E-491A-8AE6-7A8143D83945}" type="pres">
      <dgm:prSet presAssocID="{7E3A1D00-CF44-428B-B196-2931D273362C}" presName="spaceRect" presStyleCnt="0"/>
      <dgm:spPr/>
    </dgm:pt>
    <dgm:pt modelId="{9D8C64F8-1568-4B61-A9C5-37F421AD4C10}" type="pres">
      <dgm:prSet presAssocID="{7E3A1D00-CF44-428B-B196-2931D273362C}" presName="textRect" presStyleLbl="revTx" presStyleIdx="1" presStyleCnt="4">
        <dgm:presLayoutVars>
          <dgm:chMax val="1"/>
          <dgm:chPref val="1"/>
        </dgm:presLayoutVars>
      </dgm:prSet>
      <dgm:spPr/>
    </dgm:pt>
    <dgm:pt modelId="{2144C745-AB68-4DC7-B2EA-CC1204E307C2}" type="pres">
      <dgm:prSet presAssocID="{B4043F2F-AF55-491E-9252-309C9B657CBE}" presName="sibTrans" presStyleCnt="0"/>
      <dgm:spPr/>
    </dgm:pt>
    <dgm:pt modelId="{C1B12AE3-7966-4F99-A8B3-18A4C49CE6AC}" type="pres">
      <dgm:prSet presAssocID="{51B938E1-C225-433F-B015-D78D996908C8}" presName="compNode" presStyleCnt="0"/>
      <dgm:spPr/>
    </dgm:pt>
    <dgm:pt modelId="{088C1F70-5DDC-4D53-B8B7-4C3324C195E0}" type="pres">
      <dgm:prSet presAssocID="{51B938E1-C225-433F-B015-D78D996908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542E292F-0142-470C-986D-2CAA83051484}" type="pres">
      <dgm:prSet presAssocID="{51B938E1-C225-433F-B015-D78D996908C8}" presName="spaceRect" presStyleCnt="0"/>
      <dgm:spPr/>
    </dgm:pt>
    <dgm:pt modelId="{B887977D-A8F7-4283-9A8F-B03A94BA56A7}" type="pres">
      <dgm:prSet presAssocID="{51B938E1-C225-433F-B015-D78D996908C8}" presName="textRect" presStyleLbl="revTx" presStyleIdx="2" presStyleCnt="4">
        <dgm:presLayoutVars>
          <dgm:chMax val="1"/>
          <dgm:chPref val="1"/>
        </dgm:presLayoutVars>
      </dgm:prSet>
      <dgm:spPr/>
    </dgm:pt>
    <dgm:pt modelId="{DD279E18-300E-4405-A5AF-34FAF75AEAC4}" type="pres">
      <dgm:prSet presAssocID="{FBD62762-593A-4A29-8E0B-19384DD47B66}" presName="sibTrans" presStyleCnt="0"/>
      <dgm:spPr/>
    </dgm:pt>
    <dgm:pt modelId="{23F68884-9657-4B38-B48B-8FD618459644}" type="pres">
      <dgm:prSet presAssocID="{FD543FE2-02C4-4076-A805-F0186666C1B8}" presName="compNode" presStyleCnt="0"/>
      <dgm:spPr/>
    </dgm:pt>
    <dgm:pt modelId="{7139CF28-C988-4D92-8A16-B31599B904F4}" type="pres">
      <dgm:prSet presAssocID="{FD543FE2-02C4-4076-A805-F0186666C1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134B581F-A41A-4D0F-AD4C-AE0357F4AD54}" type="pres">
      <dgm:prSet presAssocID="{FD543FE2-02C4-4076-A805-F0186666C1B8}" presName="spaceRect" presStyleCnt="0"/>
      <dgm:spPr/>
    </dgm:pt>
    <dgm:pt modelId="{5CAA3D97-A17D-4ACE-9BE7-49D70D6021EB}" type="pres">
      <dgm:prSet presAssocID="{FD543FE2-02C4-4076-A805-F0186666C1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7F7202-9E9C-43BA-90EE-28297FF5EB40}" srcId="{727B55C9-C2D2-4A9C-B9B0-48A2C4966B65}" destId="{51B938E1-C225-433F-B015-D78D996908C8}" srcOrd="2" destOrd="0" parTransId="{1D68720F-13A3-4241-863E-F2BB9417C9BF}" sibTransId="{FBD62762-593A-4A29-8E0B-19384DD47B66}"/>
    <dgm:cxn modelId="{4C485307-858F-4B1C-8DB7-31064485A370}" srcId="{727B55C9-C2D2-4A9C-B9B0-48A2C4966B65}" destId="{7E3A1D00-CF44-428B-B196-2931D273362C}" srcOrd="1" destOrd="0" parTransId="{799F2DB7-65EE-4785-BD5D-AC1960C392CC}" sibTransId="{B4043F2F-AF55-491E-9252-309C9B657CBE}"/>
    <dgm:cxn modelId="{842FB30D-F4F4-40B6-BF65-84A119C2B0FD}" type="presOf" srcId="{EBD729C1-08A0-4ED0-9F8F-061B43AAF046}" destId="{4F18A707-DE13-4D03-B43A-1F624C8164A5}" srcOrd="0" destOrd="0" presId="urn:microsoft.com/office/officeart/2018/2/layout/IconLabelList"/>
    <dgm:cxn modelId="{AC05F815-2A64-45E6-9930-544D3B0ABF10}" srcId="{727B55C9-C2D2-4A9C-B9B0-48A2C4966B65}" destId="{FD543FE2-02C4-4076-A805-F0186666C1B8}" srcOrd="3" destOrd="0" parTransId="{2650BDF1-8BD7-4E6F-9980-10F54CA2A74B}" sibTransId="{32900F05-C793-4CEC-984E-10DCF97A0787}"/>
    <dgm:cxn modelId="{939B3F24-4CF7-4CA6-A982-9F1E8C4E275F}" type="presOf" srcId="{727B55C9-C2D2-4A9C-B9B0-48A2C4966B65}" destId="{EE148435-8557-40D5-B4A9-A41D8364F601}" srcOrd="0" destOrd="0" presId="urn:microsoft.com/office/officeart/2018/2/layout/IconLabelList"/>
    <dgm:cxn modelId="{49C7013B-3CB8-4B65-88EA-58FEB87A62DD}" type="presOf" srcId="{7E3A1D00-CF44-428B-B196-2931D273362C}" destId="{9D8C64F8-1568-4B61-A9C5-37F421AD4C10}" srcOrd="0" destOrd="0" presId="urn:microsoft.com/office/officeart/2018/2/layout/IconLabelList"/>
    <dgm:cxn modelId="{D49597A4-119B-4D40-8F3A-EFA5A41B8F1D}" type="presOf" srcId="{51B938E1-C225-433F-B015-D78D996908C8}" destId="{B887977D-A8F7-4283-9A8F-B03A94BA56A7}" srcOrd="0" destOrd="0" presId="urn:microsoft.com/office/officeart/2018/2/layout/IconLabelList"/>
    <dgm:cxn modelId="{91DAF8A6-C03E-4A81-A680-BEC9FC1C3417}" type="presOf" srcId="{FD543FE2-02C4-4076-A805-F0186666C1B8}" destId="{5CAA3D97-A17D-4ACE-9BE7-49D70D6021EB}" srcOrd="0" destOrd="0" presId="urn:microsoft.com/office/officeart/2018/2/layout/IconLabelList"/>
    <dgm:cxn modelId="{C898C0C3-DED3-4B54-A91F-57B0ACEF28CD}" srcId="{727B55C9-C2D2-4A9C-B9B0-48A2C4966B65}" destId="{EBD729C1-08A0-4ED0-9F8F-061B43AAF046}" srcOrd="0" destOrd="0" parTransId="{F717FE89-A7FC-4DC8-A6DB-47F28F3B114A}" sibTransId="{E205D6A2-0D3B-4F47-BA2D-58EB22791FFE}"/>
    <dgm:cxn modelId="{4C503930-668D-4D31-8A7F-1CA7BA63CF44}" type="presParOf" srcId="{EE148435-8557-40D5-B4A9-A41D8364F601}" destId="{DA8E02E7-9817-4A27-9321-92AD57FFEFD0}" srcOrd="0" destOrd="0" presId="urn:microsoft.com/office/officeart/2018/2/layout/IconLabelList"/>
    <dgm:cxn modelId="{D5B0F655-27C4-4E0D-A520-B0D3D5153B86}" type="presParOf" srcId="{DA8E02E7-9817-4A27-9321-92AD57FFEFD0}" destId="{21B919E9-3778-4F0D-843A-09CFC7CFB3A8}" srcOrd="0" destOrd="0" presId="urn:microsoft.com/office/officeart/2018/2/layout/IconLabelList"/>
    <dgm:cxn modelId="{D9BDF1D5-13EE-4992-8F14-DEA1F8C0423C}" type="presParOf" srcId="{DA8E02E7-9817-4A27-9321-92AD57FFEFD0}" destId="{497C4E13-EEA1-496F-ABF1-5986BA554FDF}" srcOrd="1" destOrd="0" presId="urn:microsoft.com/office/officeart/2018/2/layout/IconLabelList"/>
    <dgm:cxn modelId="{DE73C86F-0EB3-475D-8FA2-453DA564738A}" type="presParOf" srcId="{DA8E02E7-9817-4A27-9321-92AD57FFEFD0}" destId="{4F18A707-DE13-4D03-B43A-1F624C8164A5}" srcOrd="2" destOrd="0" presId="urn:microsoft.com/office/officeart/2018/2/layout/IconLabelList"/>
    <dgm:cxn modelId="{875D7301-EC62-4456-8F60-6601FA3EC051}" type="presParOf" srcId="{EE148435-8557-40D5-B4A9-A41D8364F601}" destId="{1F59AD38-53D6-45FD-B2FC-354DF24B2E4E}" srcOrd="1" destOrd="0" presId="urn:microsoft.com/office/officeart/2018/2/layout/IconLabelList"/>
    <dgm:cxn modelId="{CDF5BB44-D379-4269-9F92-927CC963DA59}" type="presParOf" srcId="{EE148435-8557-40D5-B4A9-A41D8364F601}" destId="{4F965DC9-9EBB-44E9-9675-BA64DF0A8D14}" srcOrd="2" destOrd="0" presId="urn:microsoft.com/office/officeart/2018/2/layout/IconLabelList"/>
    <dgm:cxn modelId="{29C02A4E-E4B0-4B7E-9B45-910C35BC50AC}" type="presParOf" srcId="{4F965DC9-9EBB-44E9-9675-BA64DF0A8D14}" destId="{646BB1B4-3162-4F84-AA77-E5798D4646AE}" srcOrd="0" destOrd="0" presId="urn:microsoft.com/office/officeart/2018/2/layout/IconLabelList"/>
    <dgm:cxn modelId="{2887344D-2ADF-458F-A7E2-CD2114C5C199}" type="presParOf" srcId="{4F965DC9-9EBB-44E9-9675-BA64DF0A8D14}" destId="{B9819B23-4F3E-491A-8AE6-7A8143D83945}" srcOrd="1" destOrd="0" presId="urn:microsoft.com/office/officeart/2018/2/layout/IconLabelList"/>
    <dgm:cxn modelId="{716EA759-AEB0-49D8-AA5F-C9E8F55F0181}" type="presParOf" srcId="{4F965DC9-9EBB-44E9-9675-BA64DF0A8D14}" destId="{9D8C64F8-1568-4B61-A9C5-37F421AD4C10}" srcOrd="2" destOrd="0" presId="urn:microsoft.com/office/officeart/2018/2/layout/IconLabelList"/>
    <dgm:cxn modelId="{F75E091A-C4D8-4FA0-A8CB-2D238921898F}" type="presParOf" srcId="{EE148435-8557-40D5-B4A9-A41D8364F601}" destId="{2144C745-AB68-4DC7-B2EA-CC1204E307C2}" srcOrd="3" destOrd="0" presId="urn:microsoft.com/office/officeart/2018/2/layout/IconLabelList"/>
    <dgm:cxn modelId="{008C272B-B355-44AA-9DE9-F55F5E35A08E}" type="presParOf" srcId="{EE148435-8557-40D5-B4A9-A41D8364F601}" destId="{C1B12AE3-7966-4F99-A8B3-18A4C49CE6AC}" srcOrd="4" destOrd="0" presId="urn:microsoft.com/office/officeart/2018/2/layout/IconLabelList"/>
    <dgm:cxn modelId="{76486948-7C35-4838-945C-B9D087860AEB}" type="presParOf" srcId="{C1B12AE3-7966-4F99-A8B3-18A4C49CE6AC}" destId="{088C1F70-5DDC-4D53-B8B7-4C3324C195E0}" srcOrd="0" destOrd="0" presId="urn:microsoft.com/office/officeart/2018/2/layout/IconLabelList"/>
    <dgm:cxn modelId="{608CDFFD-49CC-41A6-9522-F1461E3E1AD8}" type="presParOf" srcId="{C1B12AE3-7966-4F99-A8B3-18A4C49CE6AC}" destId="{542E292F-0142-470C-986D-2CAA83051484}" srcOrd="1" destOrd="0" presId="urn:microsoft.com/office/officeart/2018/2/layout/IconLabelList"/>
    <dgm:cxn modelId="{E4FCBF6C-D246-4E29-8A10-2E960D7030C0}" type="presParOf" srcId="{C1B12AE3-7966-4F99-A8B3-18A4C49CE6AC}" destId="{B887977D-A8F7-4283-9A8F-B03A94BA56A7}" srcOrd="2" destOrd="0" presId="urn:microsoft.com/office/officeart/2018/2/layout/IconLabelList"/>
    <dgm:cxn modelId="{95238100-A067-4888-BA50-B64BFDB919D6}" type="presParOf" srcId="{EE148435-8557-40D5-B4A9-A41D8364F601}" destId="{DD279E18-300E-4405-A5AF-34FAF75AEAC4}" srcOrd="5" destOrd="0" presId="urn:microsoft.com/office/officeart/2018/2/layout/IconLabelList"/>
    <dgm:cxn modelId="{5228F794-08E1-427B-85FC-DB5357A00BEE}" type="presParOf" srcId="{EE148435-8557-40D5-B4A9-A41D8364F601}" destId="{23F68884-9657-4B38-B48B-8FD618459644}" srcOrd="6" destOrd="0" presId="urn:microsoft.com/office/officeart/2018/2/layout/IconLabelList"/>
    <dgm:cxn modelId="{F47250E8-EC22-40A9-8F63-618A86EA61E3}" type="presParOf" srcId="{23F68884-9657-4B38-B48B-8FD618459644}" destId="{7139CF28-C988-4D92-8A16-B31599B904F4}" srcOrd="0" destOrd="0" presId="urn:microsoft.com/office/officeart/2018/2/layout/IconLabelList"/>
    <dgm:cxn modelId="{0A181AA6-31F5-4E91-9049-297DD9EBE092}" type="presParOf" srcId="{23F68884-9657-4B38-B48B-8FD618459644}" destId="{134B581F-A41A-4D0F-AD4C-AE0357F4AD54}" srcOrd="1" destOrd="0" presId="urn:microsoft.com/office/officeart/2018/2/layout/IconLabelList"/>
    <dgm:cxn modelId="{6A283FB8-B53E-4C41-B1A6-94660ABA1DF6}" type="presParOf" srcId="{23F68884-9657-4B38-B48B-8FD618459644}" destId="{5CAA3D97-A17D-4ACE-9BE7-49D70D6021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BC603C-A627-4390-A9BC-C3CE14ED040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E979A1-EF08-4D4A-8149-386004FCD7E0}">
      <dgm:prSet/>
      <dgm:spPr/>
      <dgm:t>
        <a:bodyPr/>
        <a:lstStyle/>
        <a:p>
          <a:r>
            <a:rPr lang="en-US"/>
            <a:t>Sensitive messages transmitted openly can be intercepted. </a:t>
          </a:r>
        </a:p>
      </dgm:t>
    </dgm:pt>
    <dgm:pt modelId="{DFF73DE6-D551-42F3-A16F-6F6C47C3B808}" type="parTrans" cxnId="{63C6CBE1-3D5E-44EF-974A-EC18EDF24330}">
      <dgm:prSet/>
      <dgm:spPr/>
      <dgm:t>
        <a:bodyPr/>
        <a:lstStyle/>
        <a:p>
          <a:endParaRPr lang="en-US"/>
        </a:p>
      </dgm:t>
    </dgm:pt>
    <dgm:pt modelId="{A3D4F44F-65D3-49CC-874B-9AB49525F277}" type="sibTrans" cxnId="{63C6CBE1-3D5E-44EF-974A-EC18EDF24330}">
      <dgm:prSet/>
      <dgm:spPr/>
      <dgm:t>
        <a:bodyPr/>
        <a:lstStyle/>
        <a:p>
          <a:endParaRPr lang="en-US"/>
        </a:p>
      </dgm:t>
    </dgm:pt>
    <dgm:pt modelId="{47EDA911-A5EC-48B1-AECF-4FE3335E8E84}">
      <dgm:prSet/>
      <dgm:spPr/>
      <dgm:t>
        <a:bodyPr/>
        <a:lstStyle/>
        <a:p>
          <a:r>
            <a:rPr lang="en-US"/>
            <a:t>Traditional encryption only hides message content, not the existence of the message.</a:t>
          </a:r>
        </a:p>
      </dgm:t>
    </dgm:pt>
    <dgm:pt modelId="{762CA167-7377-4085-AAA8-0F55069F66EB}" type="parTrans" cxnId="{E824E16B-2CF2-49D5-8215-7FEB87CC9A23}">
      <dgm:prSet/>
      <dgm:spPr/>
      <dgm:t>
        <a:bodyPr/>
        <a:lstStyle/>
        <a:p>
          <a:endParaRPr lang="en-US"/>
        </a:p>
      </dgm:t>
    </dgm:pt>
    <dgm:pt modelId="{C6D597EC-A563-446D-B39F-881B17539784}" type="sibTrans" cxnId="{E824E16B-2CF2-49D5-8215-7FEB87CC9A23}">
      <dgm:prSet/>
      <dgm:spPr/>
      <dgm:t>
        <a:bodyPr/>
        <a:lstStyle/>
        <a:p>
          <a:endParaRPr lang="en-US"/>
        </a:p>
      </dgm:t>
    </dgm:pt>
    <dgm:pt modelId="{F5542A28-9830-40B0-9FD7-72E22E0FA8AE}" type="pres">
      <dgm:prSet presAssocID="{2ABC603C-A627-4390-A9BC-C3CE14ED04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F9800A-5756-4F67-9366-CAE738F2CF18}" type="pres">
      <dgm:prSet presAssocID="{43E979A1-EF08-4D4A-8149-386004FCD7E0}" presName="hierRoot1" presStyleCnt="0"/>
      <dgm:spPr/>
    </dgm:pt>
    <dgm:pt modelId="{23647228-DA58-4945-AAEB-F7925ECE2676}" type="pres">
      <dgm:prSet presAssocID="{43E979A1-EF08-4D4A-8149-386004FCD7E0}" presName="composite" presStyleCnt="0"/>
      <dgm:spPr/>
    </dgm:pt>
    <dgm:pt modelId="{2361904A-46BC-4BD7-86DD-A982A69D47C6}" type="pres">
      <dgm:prSet presAssocID="{43E979A1-EF08-4D4A-8149-386004FCD7E0}" presName="background" presStyleLbl="node0" presStyleIdx="0" presStyleCnt="2"/>
      <dgm:spPr/>
    </dgm:pt>
    <dgm:pt modelId="{8CC52EA5-7BEB-4B68-B3B0-C754F3E57253}" type="pres">
      <dgm:prSet presAssocID="{43E979A1-EF08-4D4A-8149-386004FCD7E0}" presName="text" presStyleLbl="fgAcc0" presStyleIdx="0" presStyleCnt="2">
        <dgm:presLayoutVars>
          <dgm:chPref val="3"/>
        </dgm:presLayoutVars>
      </dgm:prSet>
      <dgm:spPr/>
    </dgm:pt>
    <dgm:pt modelId="{A9E940A0-E5A0-400A-A42D-15A7896CBC4D}" type="pres">
      <dgm:prSet presAssocID="{43E979A1-EF08-4D4A-8149-386004FCD7E0}" presName="hierChild2" presStyleCnt="0"/>
      <dgm:spPr/>
    </dgm:pt>
    <dgm:pt modelId="{CC4DDFC3-CC03-46A0-B1C9-9BA1DED9FDF4}" type="pres">
      <dgm:prSet presAssocID="{47EDA911-A5EC-48B1-AECF-4FE3335E8E84}" presName="hierRoot1" presStyleCnt="0"/>
      <dgm:spPr/>
    </dgm:pt>
    <dgm:pt modelId="{4113F78C-C3E8-4C81-B056-92766599490C}" type="pres">
      <dgm:prSet presAssocID="{47EDA911-A5EC-48B1-AECF-4FE3335E8E84}" presName="composite" presStyleCnt="0"/>
      <dgm:spPr/>
    </dgm:pt>
    <dgm:pt modelId="{A4707A39-FEEB-4AEC-989A-C7731A416B2B}" type="pres">
      <dgm:prSet presAssocID="{47EDA911-A5EC-48B1-AECF-4FE3335E8E84}" presName="background" presStyleLbl="node0" presStyleIdx="1" presStyleCnt="2"/>
      <dgm:spPr/>
    </dgm:pt>
    <dgm:pt modelId="{14E868FE-3860-4077-95E5-1DEF773B6475}" type="pres">
      <dgm:prSet presAssocID="{47EDA911-A5EC-48B1-AECF-4FE3335E8E84}" presName="text" presStyleLbl="fgAcc0" presStyleIdx="1" presStyleCnt="2">
        <dgm:presLayoutVars>
          <dgm:chPref val="3"/>
        </dgm:presLayoutVars>
      </dgm:prSet>
      <dgm:spPr/>
    </dgm:pt>
    <dgm:pt modelId="{ADC1BA42-2C62-4C97-ACD9-D8B9A1FD7BCF}" type="pres">
      <dgm:prSet presAssocID="{47EDA911-A5EC-48B1-AECF-4FE3335E8E84}" presName="hierChild2" presStyleCnt="0"/>
      <dgm:spPr/>
    </dgm:pt>
  </dgm:ptLst>
  <dgm:cxnLst>
    <dgm:cxn modelId="{E824E16B-2CF2-49D5-8215-7FEB87CC9A23}" srcId="{2ABC603C-A627-4390-A9BC-C3CE14ED0408}" destId="{47EDA911-A5EC-48B1-AECF-4FE3335E8E84}" srcOrd="1" destOrd="0" parTransId="{762CA167-7377-4085-AAA8-0F55069F66EB}" sibTransId="{C6D597EC-A563-446D-B39F-881B17539784}"/>
    <dgm:cxn modelId="{044CAE55-8F8E-4BA5-98EB-D017630FA1C7}" type="presOf" srcId="{43E979A1-EF08-4D4A-8149-386004FCD7E0}" destId="{8CC52EA5-7BEB-4B68-B3B0-C754F3E57253}" srcOrd="0" destOrd="0" presId="urn:microsoft.com/office/officeart/2005/8/layout/hierarchy1"/>
    <dgm:cxn modelId="{2CC764CE-174F-458C-A531-F44D3FAD9C69}" type="presOf" srcId="{2ABC603C-A627-4390-A9BC-C3CE14ED0408}" destId="{F5542A28-9830-40B0-9FD7-72E22E0FA8AE}" srcOrd="0" destOrd="0" presId="urn:microsoft.com/office/officeart/2005/8/layout/hierarchy1"/>
    <dgm:cxn modelId="{E9ECD2D3-4144-436A-8A91-84B597E382AC}" type="presOf" srcId="{47EDA911-A5EC-48B1-AECF-4FE3335E8E84}" destId="{14E868FE-3860-4077-95E5-1DEF773B6475}" srcOrd="0" destOrd="0" presId="urn:microsoft.com/office/officeart/2005/8/layout/hierarchy1"/>
    <dgm:cxn modelId="{63C6CBE1-3D5E-44EF-974A-EC18EDF24330}" srcId="{2ABC603C-A627-4390-A9BC-C3CE14ED0408}" destId="{43E979A1-EF08-4D4A-8149-386004FCD7E0}" srcOrd="0" destOrd="0" parTransId="{DFF73DE6-D551-42F3-A16F-6F6C47C3B808}" sibTransId="{A3D4F44F-65D3-49CC-874B-9AB49525F277}"/>
    <dgm:cxn modelId="{B3D94530-0B85-4A06-843A-9BF321FD173E}" type="presParOf" srcId="{F5542A28-9830-40B0-9FD7-72E22E0FA8AE}" destId="{BBF9800A-5756-4F67-9366-CAE738F2CF18}" srcOrd="0" destOrd="0" presId="urn:microsoft.com/office/officeart/2005/8/layout/hierarchy1"/>
    <dgm:cxn modelId="{0FA9DB03-7E06-4D93-9639-1053F9CB7C3B}" type="presParOf" srcId="{BBF9800A-5756-4F67-9366-CAE738F2CF18}" destId="{23647228-DA58-4945-AAEB-F7925ECE2676}" srcOrd="0" destOrd="0" presId="urn:microsoft.com/office/officeart/2005/8/layout/hierarchy1"/>
    <dgm:cxn modelId="{09ED736D-D63A-4AE1-91B5-7C16D7D7942A}" type="presParOf" srcId="{23647228-DA58-4945-AAEB-F7925ECE2676}" destId="{2361904A-46BC-4BD7-86DD-A982A69D47C6}" srcOrd="0" destOrd="0" presId="urn:microsoft.com/office/officeart/2005/8/layout/hierarchy1"/>
    <dgm:cxn modelId="{0A0D30BB-EE48-4126-8B92-B36017396292}" type="presParOf" srcId="{23647228-DA58-4945-AAEB-F7925ECE2676}" destId="{8CC52EA5-7BEB-4B68-B3B0-C754F3E57253}" srcOrd="1" destOrd="0" presId="urn:microsoft.com/office/officeart/2005/8/layout/hierarchy1"/>
    <dgm:cxn modelId="{8D0F305C-100C-412A-9220-8A8B251EF224}" type="presParOf" srcId="{BBF9800A-5756-4F67-9366-CAE738F2CF18}" destId="{A9E940A0-E5A0-400A-A42D-15A7896CBC4D}" srcOrd="1" destOrd="0" presId="urn:microsoft.com/office/officeart/2005/8/layout/hierarchy1"/>
    <dgm:cxn modelId="{D4145933-B97A-4674-AEDD-77225EA8D3B4}" type="presParOf" srcId="{F5542A28-9830-40B0-9FD7-72E22E0FA8AE}" destId="{CC4DDFC3-CC03-46A0-B1C9-9BA1DED9FDF4}" srcOrd="1" destOrd="0" presId="urn:microsoft.com/office/officeart/2005/8/layout/hierarchy1"/>
    <dgm:cxn modelId="{15C6CAAB-05ED-4418-A46C-14548B2E1510}" type="presParOf" srcId="{CC4DDFC3-CC03-46A0-B1C9-9BA1DED9FDF4}" destId="{4113F78C-C3E8-4C81-B056-92766599490C}" srcOrd="0" destOrd="0" presId="urn:microsoft.com/office/officeart/2005/8/layout/hierarchy1"/>
    <dgm:cxn modelId="{64FD9D50-1840-470F-8E6D-C802039F0EE5}" type="presParOf" srcId="{4113F78C-C3E8-4C81-B056-92766599490C}" destId="{A4707A39-FEEB-4AEC-989A-C7731A416B2B}" srcOrd="0" destOrd="0" presId="urn:microsoft.com/office/officeart/2005/8/layout/hierarchy1"/>
    <dgm:cxn modelId="{99CF5A9C-2A34-4C88-B704-CD939CD2C608}" type="presParOf" srcId="{4113F78C-C3E8-4C81-B056-92766599490C}" destId="{14E868FE-3860-4077-95E5-1DEF773B6475}" srcOrd="1" destOrd="0" presId="urn:microsoft.com/office/officeart/2005/8/layout/hierarchy1"/>
    <dgm:cxn modelId="{8DD88D1B-B3ED-43AA-AD5D-4C688F533B61}" type="presParOf" srcId="{CC4DDFC3-CC03-46A0-B1C9-9BA1DED9FDF4}" destId="{ADC1BA42-2C62-4C97-ACD9-D8B9A1FD7B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9A2252-69B6-48AD-8E2E-7EB33633F6F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15CE2714-D678-43F7-A522-3B7B196EB02D}">
      <dgm:prSet/>
      <dgm:spPr/>
      <dgm:t>
        <a:bodyPr/>
        <a:lstStyle/>
        <a:p>
          <a:pPr>
            <a:defRPr cap="all"/>
          </a:pPr>
          <a:r>
            <a:rPr lang="en-US"/>
            <a:t>Implement Least Significant Bit (LSB) steganography using Python. </a:t>
          </a:r>
        </a:p>
      </dgm:t>
    </dgm:pt>
    <dgm:pt modelId="{7804F946-E220-4BD3-A045-DA54BE7A701A}" type="parTrans" cxnId="{800E929A-41A2-477F-9BA8-80EA894EF439}">
      <dgm:prSet/>
      <dgm:spPr/>
      <dgm:t>
        <a:bodyPr/>
        <a:lstStyle/>
        <a:p>
          <a:endParaRPr lang="en-US"/>
        </a:p>
      </dgm:t>
    </dgm:pt>
    <dgm:pt modelId="{443F4C0F-0FB3-43C7-8C61-F71DE2C2A9D8}" type="sibTrans" cxnId="{800E929A-41A2-477F-9BA8-80EA894EF439}">
      <dgm:prSet/>
      <dgm:spPr/>
      <dgm:t>
        <a:bodyPr/>
        <a:lstStyle/>
        <a:p>
          <a:endParaRPr lang="en-US"/>
        </a:p>
      </dgm:t>
    </dgm:pt>
    <dgm:pt modelId="{4B4F42ED-FD39-495E-89C5-6FFFFD8E28F3}">
      <dgm:prSet/>
      <dgm:spPr/>
      <dgm:t>
        <a:bodyPr/>
        <a:lstStyle/>
        <a:p>
          <a:pPr>
            <a:defRPr cap="all"/>
          </a:pPr>
          <a:r>
            <a:rPr lang="en-US"/>
            <a:t>Hide secret text messages inside PNG images. </a:t>
          </a:r>
        </a:p>
      </dgm:t>
    </dgm:pt>
    <dgm:pt modelId="{A4C13563-DB89-47EF-BF65-CB9D0ECB93CB}" type="parTrans" cxnId="{A6FCDD05-B962-4269-8FA9-D57FBD9CD63D}">
      <dgm:prSet/>
      <dgm:spPr/>
      <dgm:t>
        <a:bodyPr/>
        <a:lstStyle/>
        <a:p>
          <a:endParaRPr lang="en-US"/>
        </a:p>
      </dgm:t>
    </dgm:pt>
    <dgm:pt modelId="{4653321A-42E9-4F3D-8C77-AFED7854A9F3}" type="sibTrans" cxnId="{A6FCDD05-B962-4269-8FA9-D57FBD9CD63D}">
      <dgm:prSet/>
      <dgm:spPr/>
      <dgm:t>
        <a:bodyPr/>
        <a:lstStyle/>
        <a:p>
          <a:endParaRPr lang="en-US"/>
        </a:p>
      </dgm:t>
    </dgm:pt>
    <dgm:pt modelId="{59941E1A-0F53-4BBF-BBC8-64974527A69F}">
      <dgm:prSet/>
      <dgm:spPr/>
      <dgm:t>
        <a:bodyPr/>
        <a:lstStyle/>
        <a:p>
          <a:pPr>
            <a:defRPr cap="all"/>
          </a:pPr>
          <a:r>
            <a:rPr lang="en-US"/>
            <a:t>Use Pillow and NumPy libraries for image and bit manipulation.</a:t>
          </a:r>
        </a:p>
      </dgm:t>
    </dgm:pt>
    <dgm:pt modelId="{D5498CD6-73A5-48E0-9424-D2F4BB512016}" type="parTrans" cxnId="{C9C85E37-A470-4FE1-BB04-F7865C8EF558}">
      <dgm:prSet/>
      <dgm:spPr/>
      <dgm:t>
        <a:bodyPr/>
        <a:lstStyle/>
        <a:p>
          <a:endParaRPr lang="en-US"/>
        </a:p>
      </dgm:t>
    </dgm:pt>
    <dgm:pt modelId="{CFA9408F-A657-4436-8837-6BC4D3CC9431}" type="sibTrans" cxnId="{C9C85E37-A470-4FE1-BB04-F7865C8EF558}">
      <dgm:prSet/>
      <dgm:spPr/>
      <dgm:t>
        <a:bodyPr/>
        <a:lstStyle/>
        <a:p>
          <a:endParaRPr lang="en-US"/>
        </a:p>
      </dgm:t>
    </dgm:pt>
    <dgm:pt modelId="{5264F2FD-D6E1-4E86-9967-442794653648}" type="pres">
      <dgm:prSet presAssocID="{EB9A2252-69B6-48AD-8E2E-7EB33633F6FB}" presName="root" presStyleCnt="0">
        <dgm:presLayoutVars>
          <dgm:dir/>
          <dgm:resizeHandles val="exact"/>
        </dgm:presLayoutVars>
      </dgm:prSet>
      <dgm:spPr/>
    </dgm:pt>
    <dgm:pt modelId="{AE8583C7-2C86-4894-927E-C4AAA9A49AE0}" type="pres">
      <dgm:prSet presAssocID="{15CE2714-D678-43F7-A522-3B7B196EB02D}" presName="compNode" presStyleCnt="0"/>
      <dgm:spPr/>
    </dgm:pt>
    <dgm:pt modelId="{FECB6299-96E5-41BD-A19F-5F5487EF79BD}" type="pres">
      <dgm:prSet presAssocID="{15CE2714-D678-43F7-A522-3B7B196EB02D}" presName="iconBgRect" presStyleLbl="bgShp" presStyleIdx="0" presStyleCnt="3"/>
      <dgm:spPr/>
    </dgm:pt>
    <dgm:pt modelId="{E89BDB41-B96D-4261-8672-FC5E249E05B4}" type="pres">
      <dgm:prSet presAssocID="{15CE2714-D678-43F7-A522-3B7B196EB0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8C2A2784-8F86-4132-B216-BA777E8FACD0}" type="pres">
      <dgm:prSet presAssocID="{15CE2714-D678-43F7-A522-3B7B196EB02D}" presName="spaceRect" presStyleCnt="0"/>
      <dgm:spPr/>
    </dgm:pt>
    <dgm:pt modelId="{E23C9128-AF3D-4334-B6AB-0176529C7B2C}" type="pres">
      <dgm:prSet presAssocID="{15CE2714-D678-43F7-A522-3B7B196EB02D}" presName="textRect" presStyleLbl="revTx" presStyleIdx="0" presStyleCnt="3">
        <dgm:presLayoutVars>
          <dgm:chMax val="1"/>
          <dgm:chPref val="1"/>
        </dgm:presLayoutVars>
      </dgm:prSet>
      <dgm:spPr/>
    </dgm:pt>
    <dgm:pt modelId="{69200B50-5954-4FAC-BE46-EBFE0199A4C1}" type="pres">
      <dgm:prSet presAssocID="{443F4C0F-0FB3-43C7-8C61-F71DE2C2A9D8}" presName="sibTrans" presStyleCnt="0"/>
      <dgm:spPr/>
    </dgm:pt>
    <dgm:pt modelId="{000818D3-F4AE-4E9D-A2FF-3344BB3AA1DF}" type="pres">
      <dgm:prSet presAssocID="{4B4F42ED-FD39-495E-89C5-6FFFFD8E28F3}" presName="compNode" presStyleCnt="0"/>
      <dgm:spPr/>
    </dgm:pt>
    <dgm:pt modelId="{7D710595-2661-46A3-B56D-5E93781ACC46}" type="pres">
      <dgm:prSet presAssocID="{4B4F42ED-FD39-495E-89C5-6FFFFD8E28F3}" presName="iconBgRect" presStyleLbl="bgShp" presStyleIdx="1" presStyleCnt="3"/>
      <dgm:spPr/>
    </dgm:pt>
    <dgm:pt modelId="{A1B88510-88DE-43DC-8E32-76AB780ADA7F}" type="pres">
      <dgm:prSet presAssocID="{4B4F42ED-FD39-495E-89C5-6FFFFD8E28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B689678-4072-4751-B75B-A357C7D66A96}" type="pres">
      <dgm:prSet presAssocID="{4B4F42ED-FD39-495E-89C5-6FFFFD8E28F3}" presName="spaceRect" presStyleCnt="0"/>
      <dgm:spPr/>
    </dgm:pt>
    <dgm:pt modelId="{3B00E0CD-B739-47E7-B278-82C0CADDA731}" type="pres">
      <dgm:prSet presAssocID="{4B4F42ED-FD39-495E-89C5-6FFFFD8E28F3}" presName="textRect" presStyleLbl="revTx" presStyleIdx="1" presStyleCnt="3">
        <dgm:presLayoutVars>
          <dgm:chMax val="1"/>
          <dgm:chPref val="1"/>
        </dgm:presLayoutVars>
      </dgm:prSet>
      <dgm:spPr/>
    </dgm:pt>
    <dgm:pt modelId="{DB9281E6-0881-4399-9E23-8186AC13CBC1}" type="pres">
      <dgm:prSet presAssocID="{4653321A-42E9-4F3D-8C77-AFED7854A9F3}" presName="sibTrans" presStyleCnt="0"/>
      <dgm:spPr/>
    </dgm:pt>
    <dgm:pt modelId="{50BEE4A4-F50F-462D-9F6F-5A80DB00DD1A}" type="pres">
      <dgm:prSet presAssocID="{59941E1A-0F53-4BBF-BBC8-64974527A69F}" presName="compNode" presStyleCnt="0"/>
      <dgm:spPr/>
    </dgm:pt>
    <dgm:pt modelId="{A1AE2FFD-8E8D-4AC5-B342-CD1751D56F8D}" type="pres">
      <dgm:prSet presAssocID="{59941E1A-0F53-4BBF-BBC8-64974527A69F}" presName="iconBgRect" presStyleLbl="bgShp" presStyleIdx="2" presStyleCnt="3"/>
      <dgm:spPr/>
    </dgm:pt>
    <dgm:pt modelId="{CD3BED29-D87C-4DD4-B587-453A1E0673FB}" type="pres">
      <dgm:prSet presAssocID="{59941E1A-0F53-4BBF-BBC8-64974527A6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805346FF-A730-4739-824A-49A828A1FEB6}" type="pres">
      <dgm:prSet presAssocID="{59941E1A-0F53-4BBF-BBC8-64974527A69F}" presName="spaceRect" presStyleCnt="0"/>
      <dgm:spPr/>
    </dgm:pt>
    <dgm:pt modelId="{60CC44C6-A006-40D2-9B96-21C3B63ABE21}" type="pres">
      <dgm:prSet presAssocID="{59941E1A-0F53-4BBF-BBC8-64974527A69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FCDD05-B962-4269-8FA9-D57FBD9CD63D}" srcId="{EB9A2252-69B6-48AD-8E2E-7EB33633F6FB}" destId="{4B4F42ED-FD39-495E-89C5-6FFFFD8E28F3}" srcOrd="1" destOrd="0" parTransId="{A4C13563-DB89-47EF-BF65-CB9D0ECB93CB}" sibTransId="{4653321A-42E9-4F3D-8C77-AFED7854A9F3}"/>
    <dgm:cxn modelId="{D449322B-DBB5-490A-85F8-BAA4FF3BCDDE}" type="presOf" srcId="{EB9A2252-69B6-48AD-8E2E-7EB33633F6FB}" destId="{5264F2FD-D6E1-4E86-9967-442794653648}" srcOrd="0" destOrd="0" presId="urn:microsoft.com/office/officeart/2018/5/layout/IconCircleLabelList"/>
    <dgm:cxn modelId="{C9C85E37-A470-4FE1-BB04-F7865C8EF558}" srcId="{EB9A2252-69B6-48AD-8E2E-7EB33633F6FB}" destId="{59941E1A-0F53-4BBF-BBC8-64974527A69F}" srcOrd="2" destOrd="0" parTransId="{D5498CD6-73A5-48E0-9424-D2F4BB512016}" sibTransId="{CFA9408F-A657-4436-8837-6BC4D3CC9431}"/>
    <dgm:cxn modelId="{800E929A-41A2-477F-9BA8-80EA894EF439}" srcId="{EB9A2252-69B6-48AD-8E2E-7EB33633F6FB}" destId="{15CE2714-D678-43F7-A522-3B7B196EB02D}" srcOrd="0" destOrd="0" parTransId="{7804F946-E220-4BD3-A045-DA54BE7A701A}" sibTransId="{443F4C0F-0FB3-43C7-8C61-F71DE2C2A9D8}"/>
    <dgm:cxn modelId="{248C1BA2-CF0B-42E1-8F27-71EF717A0657}" type="presOf" srcId="{59941E1A-0F53-4BBF-BBC8-64974527A69F}" destId="{60CC44C6-A006-40D2-9B96-21C3B63ABE21}" srcOrd="0" destOrd="0" presId="urn:microsoft.com/office/officeart/2018/5/layout/IconCircleLabelList"/>
    <dgm:cxn modelId="{91BA7FCE-2D24-418E-BAD3-E330BAC95CB1}" type="presOf" srcId="{15CE2714-D678-43F7-A522-3B7B196EB02D}" destId="{E23C9128-AF3D-4334-B6AB-0176529C7B2C}" srcOrd="0" destOrd="0" presId="urn:microsoft.com/office/officeart/2018/5/layout/IconCircleLabelList"/>
    <dgm:cxn modelId="{1A2135D0-5810-4C63-B4D3-CB476DFF5D47}" type="presOf" srcId="{4B4F42ED-FD39-495E-89C5-6FFFFD8E28F3}" destId="{3B00E0CD-B739-47E7-B278-82C0CADDA731}" srcOrd="0" destOrd="0" presId="urn:microsoft.com/office/officeart/2018/5/layout/IconCircleLabelList"/>
    <dgm:cxn modelId="{BEBF5D38-5882-4CA0-8111-FF7D1DE8F5E8}" type="presParOf" srcId="{5264F2FD-D6E1-4E86-9967-442794653648}" destId="{AE8583C7-2C86-4894-927E-C4AAA9A49AE0}" srcOrd="0" destOrd="0" presId="urn:microsoft.com/office/officeart/2018/5/layout/IconCircleLabelList"/>
    <dgm:cxn modelId="{A03B401D-4540-4480-A3B4-002D5F41D0EB}" type="presParOf" srcId="{AE8583C7-2C86-4894-927E-C4AAA9A49AE0}" destId="{FECB6299-96E5-41BD-A19F-5F5487EF79BD}" srcOrd="0" destOrd="0" presId="urn:microsoft.com/office/officeart/2018/5/layout/IconCircleLabelList"/>
    <dgm:cxn modelId="{3D544065-76C1-4271-8B0B-F43D95FAC4E2}" type="presParOf" srcId="{AE8583C7-2C86-4894-927E-C4AAA9A49AE0}" destId="{E89BDB41-B96D-4261-8672-FC5E249E05B4}" srcOrd="1" destOrd="0" presId="urn:microsoft.com/office/officeart/2018/5/layout/IconCircleLabelList"/>
    <dgm:cxn modelId="{3A7C9026-2B79-4376-81CB-F4A2801227B2}" type="presParOf" srcId="{AE8583C7-2C86-4894-927E-C4AAA9A49AE0}" destId="{8C2A2784-8F86-4132-B216-BA777E8FACD0}" srcOrd="2" destOrd="0" presId="urn:microsoft.com/office/officeart/2018/5/layout/IconCircleLabelList"/>
    <dgm:cxn modelId="{ECAD240A-C8A5-4253-A34D-37BBEF271358}" type="presParOf" srcId="{AE8583C7-2C86-4894-927E-C4AAA9A49AE0}" destId="{E23C9128-AF3D-4334-B6AB-0176529C7B2C}" srcOrd="3" destOrd="0" presId="urn:microsoft.com/office/officeart/2018/5/layout/IconCircleLabelList"/>
    <dgm:cxn modelId="{6779D8D0-8A2A-459D-BEBC-E4B660A9A057}" type="presParOf" srcId="{5264F2FD-D6E1-4E86-9967-442794653648}" destId="{69200B50-5954-4FAC-BE46-EBFE0199A4C1}" srcOrd="1" destOrd="0" presId="urn:microsoft.com/office/officeart/2018/5/layout/IconCircleLabelList"/>
    <dgm:cxn modelId="{D05324C4-38D2-46A7-AA53-3A3956DFBF9D}" type="presParOf" srcId="{5264F2FD-D6E1-4E86-9967-442794653648}" destId="{000818D3-F4AE-4E9D-A2FF-3344BB3AA1DF}" srcOrd="2" destOrd="0" presId="urn:microsoft.com/office/officeart/2018/5/layout/IconCircleLabelList"/>
    <dgm:cxn modelId="{001D279D-E93D-4224-B24A-DF4078F8C043}" type="presParOf" srcId="{000818D3-F4AE-4E9D-A2FF-3344BB3AA1DF}" destId="{7D710595-2661-46A3-B56D-5E93781ACC46}" srcOrd="0" destOrd="0" presId="urn:microsoft.com/office/officeart/2018/5/layout/IconCircleLabelList"/>
    <dgm:cxn modelId="{5E578009-F82E-4E26-A834-796CC4D81835}" type="presParOf" srcId="{000818D3-F4AE-4E9D-A2FF-3344BB3AA1DF}" destId="{A1B88510-88DE-43DC-8E32-76AB780ADA7F}" srcOrd="1" destOrd="0" presId="urn:microsoft.com/office/officeart/2018/5/layout/IconCircleLabelList"/>
    <dgm:cxn modelId="{DFEB44B5-9CC6-409B-BBA7-18C7CA3B6107}" type="presParOf" srcId="{000818D3-F4AE-4E9D-A2FF-3344BB3AA1DF}" destId="{BB689678-4072-4751-B75B-A357C7D66A96}" srcOrd="2" destOrd="0" presId="urn:microsoft.com/office/officeart/2018/5/layout/IconCircleLabelList"/>
    <dgm:cxn modelId="{C67619B6-6E5C-462D-BFE2-C932DE8E132D}" type="presParOf" srcId="{000818D3-F4AE-4E9D-A2FF-3344BB3AA1DF}" destId="{3B00E0CD-B739-47E7-B278-82C0CADDA731}" srcOrd="3" destOrd="0" presId="urn:microsoft.com/office/officeart/2018/5/layout/IconCircleLabelList"/>
    <dgm:cxn modelId="{0F3FBCE6-DB3D-4D06-8A71-F270A0F3F27B}" type="presParOf" srcId="{5264F2FD-D6E1-4E86-9967-442794653648}" destId="{DB9281E6-0881-4399-9E23-8186AC13CBC1}" srcOrd="3" destOrd="0" presId="urn:microsoft.com/office/officeart/2018/5/layout/IconCircleLabelList"/>
    <dgm:cxn modelId="{C022C1AE-C169-430B-8781-93E59EBD3116}" type="presParOf" srcId="{5264F2FD-D6E1-4E86-9967-442794653648}" destId="{50BEE4A4-F50F-462D-9F6F-5A80DB00DD1A}" srcOrd="4" destOrd="0" presId="urn:microsoft.com/office/officeart/2018/5/layout/IconCircleLabelList"/>
    <dgm:cxn modelId="{D99E160E-9764-4B98-9A61-5C4296D6B716}" type="presParOf" srcId="{50BEE4A4-F50F-462D-9F6F-5A80DB00DD1A}" destId="{A1AE2FFD-8E8D-4AC5-B342-CD1751D56F8D}" srcOrd="0" destOrd="0" presId="urn:microsoft.com/office/officeart/2018/5/layout/IconCircleLabelList"/>
    <dgm:cxn modelId="{B14DD36B-26D5-4817-B2AA-FB8989D9E32D}" type="presParOf" srcId="{50BEE4A4-F50F-462D-9F6F-5A80DB00DD1A}" destId="{CD3BED29-D87C-4DD4-B587-453A1E0673FB}" srcOrd="1" destOrd="0" presId="urn:microsoft.com/office/officeart/2018/5/layout/IconCircleLabelList"/>
    <dgm:cxn modelId="{2E32A974-C6FE-49C9-BD16-97084BEE3392}" type="presParOf" srcId="{50BEE4A4-F50F-462D-9F6F-5A80DB00DD1A}" destId="{805346FF-A730-4739-824A-49A828A1FEB6}" srcOrd="2" destOrd="0" presId="urn:microsoft.com/office/officeart/2018/5/layout/IconCircleLabelList"/>
    <dgm:cxn modelId="{4807C5EC-A2EA-4B6F-8197-E90D9EDBACBD}" type="presParOf" srcId="{50BEE4A4-F50F-462D-9F6F-5A80DB00DD1A}" destId="{60CC44C6-A006-40D2-9B96-21C3B63ABE2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A271CD-DAB5-4165-A82F-8CCE9FCD6BB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180F600-44C4-4EF5-B54E-7DA1FB44DDB9}">
      <dgm:prSet/>
      <dgm:spPr/>
      <dgm:t>
        <a:bodyPr/>
        <a:lstStyle/>
        <a:p>
          <a:r>
            <a:rPr lang="en-US"/>
            <a:t>Develop an encoder to hide messages inside PNG images.</a:t>
          </a:r>
        </a:p>
      </dgm:t>
    </dgm:pt>
    <dgm:pt modelId="{BA648D37-51C1-4C43-886F-5C32FDE21CAC}" type="parTrans" cxnId="{2BF2669D-90E2-455B-97AD-9FE5C9CB08E1}">
      <dgm:prSet/>
      <dgm:spPr/>
      <dgm:t>
        <a:bodyPr/>
        <a:lstStyle/>
        <a:p>
          <a:endParaRPr lang="en-US"/>
        </a:p>
      </dgm:t>
    </dgm:pt>
    <dgm:pt modelId="{0B013043-A1CC-4068-9035-676E000F3613}" type="sibTrans" cxnId="{2BF2669D-90E2-455B-97AD-9FE5C9CB08E1}">
      <dgm:prSet/>
      <dgm:spPr/>
      <dgm:t>
        <a:bodyPr/>
        <a:lstStyle/>
        <a:p>
          <a:endParaRPr lang="en-US"/>
        </a:p>
      </dgm:t>
    </dgm:pt>
    <dgm:pt modelId="{E064FFA2-63FA-4A93-887A-01357066650F}">
      <dgm:prSet/>
      <dgm:spPr/>
      <dgm:t>
        <a:bodyPr/>
        <a:lstStyle/>
        <a:p>
          <a:r>
            <a:rPr lang="en-US"/>
            <a:t>Develop a decoder to extract hidden messages accurately.</a:t>
          </a:r>
        </a:p>
      </dgm:t>
    </dgm:pt>
    <dgm:pt modelId="{26A82030-C43D-4520-BF9C-8EBCBE8A4283}" type="parTrans" cxnId="{12A926D3-1F90-4436-9686-BF22CC2C8D50}">
      <dgm:prSet/>
      <dgm:spPr/>
      <dgm:t>
        <a:bodyPr/>
        <a:lstStyle/>
        <a:p>
          <a:endParaRPr lang="en-US"/>
        </a:p>
      </dgm:t>
    </dgm:pt>
    <dgm:pt modelId="{52890D26-34C6-4826-8E99-23C4A57B1DB9}" type="sibTrans" cxnId="{12A926D3-1F90-4436-9686-BF22CC2C8D50}">
      <dgm:prSet/>
      <dgm:spPr/>
      <dgm:t>
        <a:bodyPr/>
        <a:lstStyle/>
        <a:p>
          <a:endParaRPr lang="en-US"/>
        </a:p>
      </dgm:t>
    </dgm:pt>
    <dgm:pt modelId="{49E0EAA9-C667-4A73-9719-03EE65D43F2D}">
      <dgm:prSet/>
      <dgm:spPr/>
      <dgm:t>
        <a:bodyPr/>
        <a:lstStyle/>
        <a:p>
          <a:r>
            <a:rPr lang="en-US"/>
            <a:t>Evaluate image quality using PSNR and MSE metrics.</a:t>
          </a:r>
        </a:p>
      </dgm:t>
    </dgm:pt>
    <dgm:pt modelId="{D5344594-3153-428A-AD7D-850CEF02E788}" type="parTrans" cxnId="{A9871BD6-AE02-4708-A06D-ACD51553F78A}">
      <dgm:prSet/>
      <dgm:spPr/>
      <dgm:t>
        <a:bodyPr/>
        <a:lstStyle/>
        <a:p>
          <a:endParaRPr lang="en-US"/>
        </a:p>
      </dgm:t>
    </dgm:pt>
    <dgm:pt modelId="{F61B46C4-86C3-46F9-83AA-0ACA9858082F}" type="sibTrans" cxnId="{A9871BD6-AE02-4708-A06D-ACD51553F78A}">
      <dgm:prSet/>
      <dgm:spPr/>
      <dgm:t>
        <a:bodyPr/>
        <a:lstStyle/>
        <a:p>
          <a:endParaRPr lang="en-US"/>
        </a:p>
      </dgm:t>
    </dgm:pt>
    <dgm:pt modelId="{D7E5E6E0-CA84-4894-8A0E-33D3B29A95A7}">
      <dgm:prSet/>
      <dgm:spPr/>
      <dgm:t>
        <a:bodyPr/>
        <a:lstStyle/>
        <a:p>
          <a:r>
            <a:rPr lang="en-US"/>
            <a:t>Analyze embedding capacity and robustness against compression.</a:t>
          </a:r>
        </a:p>
      </dgm:t>
    </dgm:pt>
    <dgm:pt modelId="{58357536-E290-4450-93ED-0BA7186F8D8D}" type="parTrans" cxnId="{29178DF8-7223-4E99-9706-D75C1C560B3D}">
      <dgm:prSet/>
      <dgm:spPr/>
      <dgm:t>
        <a:bodyPr/>
        <a:lstStyle/>
        <a:p>
          <a:endParaRPr lang="en-US"/>
        </a:p>
      </dgm:t>
    </dgm:pt>
    <dgm:pt modelId="{F0661A3D-A8B0-40CD-A302-FDFEE9B8F8E3}" type="sibTrans" cxnId="{29178DF8-7223-4E99-9706-D75C1C560B3D}">
      <dgm:prSet/>
      <dgm:spPr/>
      <dgm:t>
        <a:bodyPr/>
        <a:lstStyle/>
        <a:p>
          <a:endParaRPr lang="en-US"/>
        </a:p>
      </dgm:t>
    </dgm:pt>
    <dgm:pt modelId="{905277A2-2167-48B9-A808-985FF4E6822A}" type="pres">
      <dgm:prSet presAssocID="{3CA271CD-DAB5-4165-A82F-8CCE9FCD6BB0}" presName="root" presStyleCnt="0">
        <dgm:presLayoutVars>
          <dgm:dir/>
          <dgm:resizeHandles val="exact"/>
        </dgm:presLayoutVars>
      </dgm:prSet>
      <dgm:spPr/>
    </dgm:pt>
    <dgm:pt modelId="{31A5DA10-3CCD-436F-8D66-79D8A887DA0D}" type="pres">
      <dgm:prSet presAssocID="{3180F600-44C4-4EF5-B54E-7DA1FB44DDB9}" presName="compNode" presStyleCnt="0"/>
      <dgm:spPr/>
    </dgm:pt>
    <dgm:pt modelId="{6ACFAC8B-EAB4-490B-A26E-F4254DEE20A7}" type="pres">
      <dgm:prSet presAssocID="{3180F600-44C4-4EF5-B54E-7DA1FB44DD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4299BE5-56DD-466D-A751-9AA915C8470C}" type="pres">
      <dgm:prSet presAssocID="{3180F600-44C4-4EF5-B54E-7DA1FB44DDB9}" presName="spaceRect" presStyleCnt="0"/>
      <dgm:spPr/>
    </dgm:pt>
    <dgm:pt modelId="{AA4D74A8-782B-4967-A13B-9C3FDE6E48B1}" type="pres">
      <dgm:prSet presAssocID="{3180F600-44C4-4EF5-B54E-7DA1FB44DDB9}" presName="textRect" presStyleLbl="revTx" presStyleIdx="0" presStyleCnt="4">
        <dgm:presLayoutVars>
          <dgm:chMax val="1"/>
          <dgm:chPref val="1"/>
        </dgm:presLayoutVars>
      </dgm:prSet>
      <dgm:spPr/>
    </dgm:pt>
    <dgm:pt modelId="{19F819D7-45BB-4F41-86DB-208053044035}" type="pres">
      <dgm:prSet presAssocID="{0B013043-A1CC-4068-9035-676E000F3613}" presName="sibTrans" presStyleCnt="0"/>
      <dgm:spPr/>
    </dgm:pt>
    <dgm:pt modelId="{A14EA67D-4C7D-4A86-8C00-80213129320B}" type="pres">
      <dgm:prSet presAssocID="{E064FFA2-63FA-4A93-887A-01357066650F}" presName="compNode" presStyleCnt="0"/>
      <dgm:spPr/>
    </dgm:pt>
    <dgm:pt modelId="{87D1758C-96AC-4599-B5BD-CF70BBEF7D80}" type="pres">
      <dgm:prSet presAssocID="{E064FFA2-63FA-4A93-887A-01357066650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0B04703F-EA07-423F-8E58-650B391299C2}" type="pres">
      <dgm:prSet presAssocID="{E064FFA2-63FA-4A93-887A-01357066650F}" presName="spaceRect" presStyleCnt="0"/>
      <dgm:spPr/>
    </dgm:pt>
    <dgm:pt modelId="{4D2EFE46-9970-4093-A50A-60F652643DE2}" type="pres">
      <dgm:prSet presAssocID="{E064FFA2-63FA-4A93-887A-01357066650F}" presName="textRect" presStyleLbl="revTx" presStyleIdx="1" presStyleCnt="4">
        <dgm:presLayoutVars>
          <dgm:chMax val="1"/>
          <dgm:chPref val="1"/>
        </dgm:presLayoutVars>
      </dgm:prSet>
      <dgm:spPr/>
    </dgm:pt>
    <dgm:pt modelId="{871F35B4-61D0-4CB0-BF66-4B2B45B28748}" type="pres">
      <dgm:prSet presAssocID="{52890D26-34C6-4826-8E99-23C4A57B1DB9}" presName="sibTrans" presStyleCnt="0"/>
      <dgm:spPr/>
    </dgm:pt>
    <dgm:pt modelId="{0753DBB0-9A49-4907-9A0C-6E3433720554}" type="pres">
      <dgm:prSet presAssocID="{49E0EAA9-C667-4A73-9719-03EE65D43F2D}" presName="compNode" presStyleCnt="0"/>
      <dgm:spPr/>
    </dgm:pt>
    <dgm:pt modelId="{7E18BC51-81D5-45BE-88A8-194E91773467}" type="pres">
      <dgm:prSet presAssocID="{49E0EAA9-C667-4A73-9719-03EE65D43F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BE182D-0FB2-451E-BB54-7237151E2DAB}" type="pres">
      <dgm:prSet presAssocID="{49E0EAA9-C667-4A73-9719-03EE65D43F2D}" presName="spaceRect" presStyleCnt="0"/>
      <dgm:spPr/>
    </dgm:pt>
    <dgm:pt modelId="{5AF6AF64-0432-4529-9308-B11ED7037FF6}" type="pres">
      <dgm:prSet presAssocID="{49E0EAA9-C667-4A73-9719-03EE65D43F2D}" presName="textRect" presStyleLbl="revTx" presStyleIdx="2" presStyleCnt="4">
        <dgm:presLayoutVars>
          <dgm:chMax val="1"/>
          <dgm:chPref val="1"/>
        </dgm:presLayoutVars>
      </dgm:prSet>
      <dgm:spPr/>
    </dgm:pt>
    <dgm:pt modelId="{C7109A41-BF2D-4150-B2F0-39E99F76E916}" type="pres">
      <dgm:prSet presAssocID="{F61B46C4-86C3-46F9-83AA-0ACA9858082F}" presName="sibTrans" presStyleCnt="0"/>
      <dgm:spPr/>
    </dgm:pt>
    <dgm:pt modelId="{A8309A0D-EA3A-44DB-98E1-6C88F324339A}" type="pres">
      <dgm:prSet presAssocID="{D7E5E6E0-CA84-4894-8A0E-33D3B29A95A7}" presName="compNode" presStyleCnt="0"/>
      <dgm:spPr/>
    </dgm:pt>
    <dgm:pt modelId="{14085A70-55B7-4BF3-BFC7-EF7A5A3930A1}" type="pres">
      <dgm:prSet presAssocID="{D7E5E6E0-CA84-4894-8A0E-33D3B29A95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CE6A20-75F4-4D76-BA0D-3C7FFF5717F1}" type="pres">
      <dgm:prSet presAssocID="{D7E5E6E0-CA84-4894-8A0E-33D3B29A95A7}" presName="spaceRect" presStyleCnt="0"/>
      <dgm:spPr/>
    </dgm:pt>
    <dgm:pt modelId="{16B6EBD3-3ED1-465F-99C8-B699F6F50891}" type="pres">
      <dgm:prSet presAssocID="{D7E5E6E0-CA84-4894-8A0E-33D3B29A95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10B4860-B348-4CF1-9A80-D084772195F0}" type="presOf" srcId="{3CA271CD-DAB5-4165-A82F-8CCE9FCD6BB0}" destId="{905277A2-2167-48B9-A808-985FF4E6822A}" srcOrd="0" destOrd="0" presId="urn:microsoft.com/office/officeart/2018/2/layout/IconLabelList"/>
    <dgm:cxn modelId="{72234B45-3901-43F9-A6F0-2FC277EF71A6}" type="presOf" srcId="{E064FFA2-63FA-4A93-887A-01357066650F}" destId="{4D2EFE46-9970-4093-A50A-60F652643DE2}" srcOrd="0" destOrd="0" presId="urn:microsoft.com/office/officeart/2018/2/layout/IconLabelList"/>
    <dgm:cxn modelId="{75FE7B4D-51D5-408B-A5D1-8631F14F5FC3}" type="presOf" srcId="{3180F600-44C4-4EF5-B54E-7DA1FB44DDB9}" destId="{AA4D74A8-782B-4967-A13B-9C3FDE6E48B1}" srcOrd="0" destOrd="0" presId="urn:microsoft.com/office/officeart/2018/2/layout/IconLabelList"/>
    <dgm:cxn modelId="{53063386-D940-4A11-A2BA-77635F21C6C8}" type="presOf" srcId="{49E0EAA9-C667-4A73-9719-03EE65D43F2D}" destId="{5AF6AF64-0432-4529-9308-B11ED7037FF6}" srcOrd="0" destOrd="0" presId="urn:microsoft.com/office/officeart/2018/2/layout/IconLabelList"/>
    <dgm:cxn modelId="{2BF2669D-90E2-455B-97AD-9FE5C9CB08E1}" srcId="{3CA271CD-DAB5-4165-A82F-8CCE9FCD6BB0}" destId="{3180F600-44C4-4EF5-B54E-7DA1FB44DDB9}" srcOrd="0" destOrd="0" parTransId="{BA648D37-51C1-4C43-886F-5C32FDE21CAC}" sibTransId="{0B013043-A1CC-4068-9035-676E000F3613}"/>
    <dgm:cxn modelId="{7CE087B4-8EC5-4240-ACDC-C6D84849105A}" type="presOf" srcId="{D7E5E6E0-CA84-4894-8A0E-33D3B29A95A7}" destId="{16B6EBD3-3ED1-465F-99C8-B699F6F50891}" srcOrd="0" destOrd="0" presId="urn:microsoft.com/office/officeart/2018/2/layout/IconLabelList"/>
    <dgm:cxn modelId="{12A926D3-1F90-4436-9686-BF22CC2C8D50}" srcId="{3CA271CD-DAB5-4165-A82F-8CCE9FCD6BB0}" destId="{E064FFA2-63FA-4A93-887A-01357066650F}" srcOrd="1" destOrd="0" parTransId="{26A82030-C43D-4520-BF9C-8EBCBE8A4283}" sibTransId="{52890D26-34C6-4826-8E99-23C4A57B1DB9}"/>
    <dgm:cxn modelId="{A9871BD6-AE02-4708-A06D-ACD51553F78A}" srcId="{3CA271CD-DAB5-4165-A82F-8CCE9FCD6BB0}" destId="{49E0EAA9-C667-4A73-9719-03EE65D43F2D}" srcOrd="2" destOrd="0" parTransId="{D5344594-3153-428A-AD7D-850CEF02E788}" sibTransId="{F61B46C4-86C3-46F9-83AA-0ACA9858082F}"/>
    <dgm:cxn modelId="{29178DF8-7223-4E99-9706-D75C1C560B3D}" srcId="{3CA271CD-DAB5-4165-A82F-8CCE9FCD6BB0}" destId="{D7E5E6E0-CA84-4894-8A0E-33D3B29A95A7}" srcOrd="3" destOrd="0" parTransId="{58357536-E290-4450-93ED-0BA7186F8D8D}" sibTransId="{F0661A3D-A8B0-40CD-A302-FDFEE9B8F8E3}"/>
    <dgm:cxn modelId="{9BA8517C-F196-48DD-84EC-273BD60E5B9B}" type="presParOf" srcId="{905277A2-2167-48B9-A808-985FF4E6822A}" destId="{31A5DA10-3CCD-436F-8D66-79D8A887DA0D}" srcOrd="0" destOrd="0" presId="urn:microsoft.com/office/officeart/2018/2/layout/IconLabelList"/>
    <dgm:cxn modelId="{B8C73AAB-5D60-4DF2-B318-212AADB2B785}" type="presParOf" srcId="{31A5DA10-3CCD-436F-8D66-79D8A887DA0D}" destId="{6ACFAC8B-EAB4-490B-A26E-F4254DEE20A7}" srcOrd="0" destOrd="0" presId="urn:microsoft.com/office/officeart/2018/2/layout/IconLabelList"/>
    <dgm:cxn modelId="{A574857A-76A5-4005-9323-449E3BFB9C03}" type="presParOf" srcId="{31A5DA10-3CCD-436F-8D66-79D8A887DA0D}" destId="{34299BE5-56DD-466D-A751-9AA915C8470C}" srcOrd="1" destOrd="0" presId="urn:microsoft.com/office/officeart/2018/2/layout/IconLabelList"/>
    <dgm:cxn modelId="{43ED69E0-3AB5-4342-9932-1F0AECD8318A}" type="presParOf" srcId="{31A5DA10-3CCD-436F-8D66-79D8A887DA0D}" destId="{AA4D74A8-782B-4967-A13B-9C3FDE6E48B1}" srcOrd="2" destOrd="0" presId="urn:microsoft.com/office/officeart/2018/2/layout/IconLabelList"/>
    <dgm:cxn modelId="{0171288E-C138-4840-8C6E-C0F780530344}" type="presParOf" srcId="{905277A2-2167-48B9-A808-985FF4E6822A}" destId="{19F819D7-45BB-4F41-86DB-208053044035}" srcOrd="1" destOrd="0" presId="urn:microsoft.com/office/officeart/2018/2/layout/IconLabelList"/>
    <dgm:cxn modelId="{FE2E5E1E-E4A5-45DF-BB28-87FB827B5FB3}" type="presParOf" srcId="{905277A2-2167-48B9-A808-985FF4E6822A}" destId="{A14EA67D-4C7D-4A86-8C00-80213129320B}" srcOrd="2" destOrd="0" presId="urn:microsoft.com/office/officeart/2018/2/layout/IconLabelList"/>
    <dgm:cxn modelId="{D6DFA15F-8BA8-46A0-9CD2-7A6279EE0C5A}" type="presParOf" srcId="{A14EA67D-4C7D-4A86-8C00-80213129320B}" destId="{87D1758C-96AC-4599-B5BD-CF70BBEF7D80}" srcOrd="0" destOrd="0" presId="urn:microsoft.com/office/officeart/2018/2/layout/IconLabelList"/>
    <dgm:cxn modelId="{B1FC1F1B-7AE5-4F27-AB16-EF595FFB1D1F}" type="presParOf" srcId="{A14EA67D-4C7D-4A86-8C00-80213129320B}" destId="{0B04703F-EA07-423F-8E58-650B391299C2}" srcOrd="1" destOrd="0" presId="urn:microsoft.com/office/officeart/2018/2/layout/IconLabelList"/>
    <dgm:cxn modelId="{54892BE3-07AB-4803-B70B-44B140E8C2D9}" type="presParOf" srcId="{A14EA67D-4C7D-4A86-8C00-80213129320B}" destId="{4D2EFE46-9970-4093-A50A-60F652643DE2}" srcOrd="2" destOrd="0" presId="urn:microsoft.com/office/officeart/2018/2/layout/IconLabelList"/>
    <dgm:cxn modelId="{9C85C062-FB6A-444B-8077-4F71920B2710}" type="presParOf" srcId="{905277A2-2167-48B9-A808-985FF4E6822A}" destId="{871F35B4-61D0-4CB0-BF66-4B2B45B28748}" srcOrd="3" destOrd="0" presId="urn:microsoft.com/office/officeart/2018/2/layout/IconLabelList"/>
    <dgm:cxn modelId="{5B0C1742-5E21-46DB-8119-CA275871B06E}" type="presParOf" srcId="{905277A2-2167-48B9-A808-985FF4E6822A}" destId="{0753DBB0-9A49-4907-9A0C-6E3433720554}" srcOrd="4" destOrd="0" presId="urn:microsoft.com/office/officeart/2018/2/layout/IconLabelList"/>
    <dgm:cxn modelId="{FE0435F7-7D7E-41C2-87E7-683B33D66EC1}" type="presParOf" srcId="{0753DBB0-9A49-4907-9A0C-6E3433720554}" destId="{7E18BC51-81D5-45BE-88A8-194E91773467}" srcOrd="0" destOrd="0" presId="urn:microsoft.com/office/officeart/2018/2/layout/IconLabelList"/>
    <dgm:cxn modelId="{178BE00E-7C19-4F1C-B4FC-8B928A07B22B}" type="presParOf" srcId="{0753DBB0-9A49-4907-9A0C-6E3433720554}" destId="{3FBE182D-0FB2-451E-BB54-7237151E2DAB}" srcOrd="1" destOrd="0" presId="urn:microsoft.com/office/officeart/2018/2/layout/IconLabelList"/>
    <dgm:cxn modelId="{BFF23E1E-359D-428C-B65D-D8BF53BB90E4}" type="presParOf" srcId="{0753DBB0-9A49-4907-9A0C-6E3433720554}" destId="{5AF6AF64-0432-4529-9308-B11ED7037FF6}" srcOrd="2" destOrd="0" presId="urn:microsoft.com/office/officeart/2018/2/layout/IconLabelList"/>
    <dgm:cxn modelId="{F1037F42-8613-4C44-925E-E5C7201E9CB3}" type="presParOf" srcId="{905277A2-2167-48B9-A808-985FF4E6822A}" destId="{C7109A41-BF2D-4150-B2F0-39E99F76E916}" srcOrd="5" destOrd="0" presId="urn:microsoft.com/office/officeart/2018/2/layout/IconLabelList"/>
    <dgm:cxn modelId="{7C1DA737-3DB7-4DC7-B7E7-22D186510F73}" type="presParOf" srcId="{905277A2-2167-48B9-A808-985FF4E6822A}" destId="{A8309A0D-EA3A-44DB-98E1-6C88F324339A}" srcOrd="6" destOrd="0" presId="urn:microsoft.com/office/officeart/2018/2/layout/IconLabelList"/>
    <dgm:cxn modelId="{E27DD130-0802-4F1F-B683-2629D11B6470}" type="presParOf" srcId="{A8309A0D-EA3A-44DB-98E1-6C88F324339A}" destId="{14085A70-55B7-4BF3-BFC7-EF7A5A3930A1}" srcOrd="0" destOrd="0" presId="urn:microsoft.com/office/officeart/2018/2/layout/IconLabelList"/>
    <dgm:cxn modelId="{EE072EAA-D1B5-4A4C-B75A-6832A9391957}" type="presParOf" srcId="{A8309A0D-EA3A-44DB-98E1-6C88F324339A}" destId="{C0CE6A20-75F4-4D76-BA0D-3C7FFF5717F1}" srcOrd="1" destOrd="0" presId="urn:microsoft.com/office/officeart/2018/2/layout/IconLabelList"/>
    <dgm:cxn modelId="{6955FE15-EDFF-4DEC-8100-FF6D955ECBDB}" type="presParOf" srcId="{A8309A0D-EA3A-44DB-98E1-6C88F324339A}" destId="{16B6EBD3-3ED1-465F-99C8-B699F6F508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BBFCBC-CE84-4621-A1C5-61C1F15D70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AB409C8-9A67-4F3A-ACE2-3D7339F652E6}">
      <dgm:prSet/>
      <dgm:spPr/>
      <dgm:t>
        <a:bodyPr/>
        <a:lstStyle/>
        <a:p>
          <a:pPr>
            <a:defRPr cap="all"/>
          </a:pPr>
          <a:r>
            <a:rPr lang="en-US"/>
            <a:t>Simple and efficient implementation </a:t>
          </a:r>
        </a:p>
      </dgm:t>
    </dgm:pt>
    <dgm:pt modelId="{312B1ACF-E8F9-44FD-BB61-EB5AB2FFDCFE}" type="parTrans" cxnId="{F064C112-B8EA-4F1E-BD1F-24B434F12149}">
      <dgm:prSet/>
      <dgm:spPr/>
      <dgm:t>
        <a:bodyPr/>
        <a:lstStyle/>
        <a:p>
          <a:endParaRPr lang="en-US"/>
        </a:p>
      </dgm:t>
    </dgm:pt>
    <dgm:pt modelId="{6B390FAD-DCF9-49C9-B260-6A13689A20AC}" type="sibTrans" cxnId="{F064C112-B8EA-4F1E-BD1F-24B434F12149}">
      <dgm:prSet/>
      <dgm:spPr/>
      <dgm:t>
        <a:bodyPr/>
        <a:lstStyle/>
        <a:p>
          <a:endParaRPr lang="en-US"/>
        </a:p>
      </dgm:t>
    </dgm:pt>
    <dgm:pt modelId="{BBD11594-65F7-43FA-80CF-F994F035EE6C}">
      <dgm:prSet/>
      <dgm:spPr/>
      <dgm:t>
        <a:bodyPr/>
        <a:lstStyle/>
        <a:p>
          <a:pPr>
            <a:defRPr cap="all"/>
          </a:pPr>
          <a:r>
            <a:rPr lang="en-US"/>
            <a:t>High embedding capacity </a:t>
          </a:r>
        </a:p>
      </dgm:t>
    </dgm:pt>
    <dgm:pt modelId="{31585722-BC93-4D31-B475-98899A41465E}" type="parTrans" cxnId="{68A3148D-146D-4F7C-88F7-D3B23421DF23}">
      <dgm:prSet/>
      <dgm:spPr/>
      <dgm:t>
        <a:bodyPr/>
        <a:lstStyle/>
        <a:p>
          <a:endParaRPr lang="en-US"/>
        </a:p>
      </dgm:t>
    </dgm:pt>
    <dgm:pt modelId="{8499F630-09B4-4EEC-A9AA-5128798B5C75}" type="sibTrans" cxnId="{68A3148D-146D-4F7C-88F7-D3B23421DF23}">
      <dgm:prSet/>
      <dgm:spPr/>
      <dgm:t>
        <a:bodyPr/>
        <a:lstStyle/>
        <a:p>
          <a:endParaRPr lang="en-US"/>
        </a:p>
      </dgm:t>
    </dgm:pt>
    <dgm:pt modelId="{B707CAAF-13B5-46D4-9670-BAC6968E909F}">
      <dgm:prSet/>
      <dgm:spPr/>
      <dgm:t>
        <a:bodyPr/>
        <a:lstStyle/>
        <a:p>
          <a:pPr>
            <a:defRPr cap="all"/>
          </a:pPr>
          <a:r>
            <a:rPr lang="en-US"/>
            <a:t>Minimal visual change to the image</a:t>
          </a:r>
        </a:p>
      </dgm:t>
    </dgm:pt>
    <dgm:pt modelId="{D9E25C6E-0C53-4B68-A7B6-87D16F4F76C9}" type="parTrans" cxnId="{142C9C81-AFDF-4232-B849-C1ADA7FC1E0C}">
      <dgm:prSet/>
      <dgm:spPr/>
      <dgm:t>
        <a:bodyPr/>
        <a:lstStyle/>
        <a:p>
          <a:endParaRPr lang="en-US"/>
        </a:p>
      </dgm:t>
    </dgm:pt>
    <dgm:pt modelId="{4A5CE38B-1C75-4330-8FD5-4C7326C87B4E}" type="sibTrans" cxnId="{142C9C81-AFDF-4232-B849-C1ADA7FC1E0C}">
      <dgm:prSet/>
      <dgm:spPr/>
      <dgm:t>
        <a:bodyPr/>
        <a:lstStyle/>
        <a:p>
          <a:endParaRPr lang="en-US"/>
        </a:p>
      </dgm:t>
    </dgm:pt>
    <dgm:pt modelId="{FDA32804-E022-475C-9FF9-65F001AF317C}" type="pres">
      <dgm:prSet presAssocID="{DFBBFCBC-CE84-4621-A1C5-61C1F15D70F2}" presName="root" presStyleCnt="0">
        <dgm:presLayoutVars>
          <dgm:dir/>
          <dgm:resizeHandles val="exact"/>
        </dgm:presLayoutVars>
      </dgm:prSet>
      <dgm:spPr/>
    </dgm:pt>
    <dgm:pt modelId="{99569D2B-E305-4756-9945-95549DEB44D9}" type="pres">
      <dgm:prSet presAssocID="{7AB409C8-9A67-4F3A-ACE2-3D7339F652E6}" presName="compNode" presStyleCnt="0"/>
      <dgm:spPr/>
    </dgm:pt>
    <dgm:pt modelId="{9FEA2A90-0106-4F5E-AA46-B505ECE80775}" type="pres">
      <dgm:prSet presAssocID="{7AB409C8-9A67-4F3A-ACE2-3D7339F652E6}" presName="iconBgRect" presStyleLbl="bgShp" presStyleIdx="0" presStyleCnt="3"/>
      <dgm:spPr/>
    </dgm:pt>
    <dgm:pt modelId="{2A8D832E-CC98-41C8-B616-33CA5C3584B4}" type="pres">
      <dgm:prSet presAssocID="{7AB409C8-9A67-4F3A-ACE2-3D7339F652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A3901C4-A6FD-4649-B947-8548344DC68B}" type="pres">
      <dgm:prSet presAssocID="{7AB409C8-9A67-4F3A-ACE2-3D7339F652E6}" presName="spaceRect" presStyleCnt="0"/>
      <dgm:spPr/>
    </dgm:pt>
    <dgm:pt modelId="{CBB84B9E-0242-4216-BB23-A100C263E953}" type="pres">
      <dgm:prSet presAssocID="{7AB409C8-9A67-4F3A-ACE2-3D7339F652E6}" presName="textRect" presStyleLbl="revTx" presStyleIdx="0" presStyleCnt="3">
        <dgm:presLayoutVars>
          <dgm:chMax val="1"/>
          <dgm:chPref val="1"/>
        </dgm:presLayoutVars>
      </dgm:prSet>
      <dgm:spPr/>
    </dgm:pt>
    <dgm:pt modelId="{8C2C00C6-C0C0-4846-AE60-3F8C78CA298C}" type="pres">
      <dgm:prSet presAssocID="{6B390FAD-DCF9-49C9-B260-6A13689A20AC}" presName="sibTrans" presStyleCnt="0"/>
      <dgm:spPr/>
    </dgm:pt>
    <dgm:pt modelId="{1518F7EB-52FB-4B37-A51E-21528585D10A}" type="pres">
      <dgm:prSet presAssocID="{BBD11594-65F7-43FA-80CF-F994F035EE6C}" presName="compNode" presStyleCnt="0"/>
      <dgm:spPr/>
    </dgm:pt>
    <dgm:pt modelId="{3FC1119F-8AE3-4DF4-9D3D-CFB3D2611CE5}" type="pres">
      <dgm:prSet presAssocID="{BBD11594-65F7-43FA-80CF-F994F035EE6C}" presName="iconBgRect" presStyleLbl="bgShp" presStyleIdx="1" presStyleCnt="3"/>
      <dgm:spPr/>
    </dgm:pt>
    <dgm:pt modelId="{C54EB6DB-1D6E-4318-A673-7168729ACD67}" type="pres">
      <dgm:prSet presAssocID="{BBD11594-65F7-43FA-80CF-F994F035EE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B0F09B-7E84-485C-BCF2-8AD429B1F5F2}" type="pres">
      <dgm:prSet presAssocID="{BBD11594-65F7-43FA-80CF-F994F035EE6C}" presName="spaceRect" presStyleCnt="0"/>
      <dgm:spPr/>
    </dgm:pt>
    <dgm:pt modelId="{CDE634E6-FCCA-4326-8E64-CCB3C8790B15}" type="pres">
      <dgm:prSet presAssocID="{BBD11594-65F7-43FA-80CF-F994F035EE6C}" presName="textRect" presStyleLbl="revTx" presStyleIdx="1" presStyleCnt="3">
        <dgm:presLayoutVars>
          <dgm:chMax val="1"/>
          <dgm:chPref val="1"/>
        </dgm:presLayoutVars>
      </dgm:prSet>
      <dgm:spPr/>
    </dgm:pt>
    <dgm:pt modelId="{03BEC803-E421-49E1-BBC3-F31F35A8ED37}" type="pres">
      <dgm:prSet presAssocID="{8499F630-09B4-4EEC-A9AA-5128798B5C75}" presName="sibTrans" presStyleCnt="0"/>
      <dgm:spPr/>
    </dgm:pt>
    <dgm:pt modelId="{A65BA229-9012-4649-AA14-254F59EC3759}" type="pres">
      <dgm:prSet presAssocID="{B707CAAF-13B5-46D4-9670-BAC6968E909F}" presName="compNode" presStyleCnt="0"/>
      <dgm:spPr/>
    </dgm:pt>
    <dgm:pt modelId="{157C96AD-28F9-4B36-9C17-1850160B8347}" type="pres">
      <dgm:prSet presAssocID="{B707CAAF-13B5-46D4-9670-BAC6968E909F}" presName="iconBgRect" presStyleLbl="bgShp" presStyleIdx="2" presStyleCnt="3"/>
      <dgm:spPr/>
    </dgm:pt>
    <dgm:pt modelId="{E62CD995-1FF6-4076-8713-0E42288A3258}" type="pres">
      <dgm:prSet presAssocID="{B707CAAF-13B5-46D4-9670-BAC6968E90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59971C46-CBDC-404E-AC4E-1B91A77B3952}" type="pres">
      <dgm:prSet presAssocID="{B707CAAF-13B5-46D4-9670-BAC6968E909F}" presName="spaceRect" presStyleCnt="0"/>
      <dgm:spPr/>
    </dgm:pt>
    <dgm:pt modelId="{62563732-8E51-41A5-A90A-BE9D2D866367}" type="pres">
      <dgm:prSet presAssocID="{B707CAAF-13B5-46D4-9670-BAC6968E909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224F07-3EB0-4660-B830-02D6942D7B17}" type="presOf" srcId="{B707CAAF-13B5-46D4-9670-BAC6968E909F}" destId="{62563732-8E51-41A5-A90A-BE9D2D866367}" srcOrd="0" destOrd="0" presId="urn:microsoft.com/office/officeart/2018/5/layout/IconCircleLabelList"/>
    <dgm:cxn modelId="{F064C112-B8EA-4F1E-BD1F-24B434F12149}" srcId="{DFBBFCBC-CE84-4621-A1C5-61C1F15D70F2}" destId="{7AB409C8-9A67-4F3A-ACE2-3D7339F652E6}" srcOrd="0" destOrd="0" parTransId="{312B1ACF-E8F9-44FD-BB61-EB5AB2FFDCFE}" sibTransId="{6B390FAD-DCF9-49C9-B260-6A13689A20AC}"/>
    <dgm:cxn modelId="{142C9C81-AFDF-4232-B849-C1ADA7FC1E0C}" srcId="{DFBBFCBC-CE84-4621-A1C5-61C1F15D70F2}" destId="{B707CAAF-13B5-46D4-9670-BAC6968E909F}" srcOrd="2" destOrd="0" parTransId="{D9E25C6E-0C53-4B68-A7B6-87D16F4F76C9}" sibTransId="{4A5CE38B-1C75-4330-8FD5-4C7326C87B4E}"/>
    <dgm:cxn modelId="{68A3148D-146D-4F7C-88F7-D3B23421DF23}" srcId="{DFBBFCBC-CE84-4621-A1C5-61C1F15D70F2}" destId="{BBD11594-65F7-43FA-80CF-F994F035EE6C}" srcOrd="1" destOrd="0" parTransId="{31585722-BC93-4D31-B475-98899A41465E}" sibTransId="{8499F630-09B4-4EEC-A9AA-5128798B5C75}"/>
    <dgm:cxn modelId="{ACFB79A4-F227-4136-A39E-852A0D088DE7}" type="presOf" srcId="{7AB409C8-9A67-4F3A-ACE2-3D7339F652E6}" destId="{CBB84B9E-0242-4216-BB23-A100C263E953}" srcOrd="0" destOrd="0" presId="urn:microsoft.com/office/officeart/2018/5/layout/IconCircleLabelList"/>
    <dgm:cxn modelId="{25C863BE-D2A9-48A5-881F-CD2CF6DA3A78}" type="presOf" srcId="{BBD11594-65F7-43FA-80CF-F994F035EE6C}" destId="{CDE634E6-FCCA-4326-8E64-CCB3C8790B15}" srcOrd="0" destOrd="0" presId="urn:microsoft.com/office/officeart/2018/5/layout/IconCircleLabelList"/>
    <dgm:cxn modelId="{8E58B7DE-0451-4F3E-8DDC-39ABDB3D3AD8}" type="presOf" srcId="{DFBBFCBC-CE84-4621-A1C5-61C1F15D70F2}" destId="{FDA32804-E022-475C-9FF9-65F001AF317C}" srcOrd="0" destOrd="0" presId="urn:microsoft.com/office/officeart/2018/5/layout/IconCircleLabelList"/>
    <dgm:cxn modelId="{07335B27-A477-465A-9CFB-86936FC68844}" type="presParOf" srcId="{FDA32804-E022-475C-9FF9-65F001AF317C}" destId="{99569D2B-E305-4756-9945-95549DEB44D9}" srcOrd="0" destOrd="0" presId="urn:microsoft.com/office/officeart/2018/5/layout/IconCircleLabelList"/>
    <dgm:cxn modelId="{410DC711-42F0-43AF-9D1E-41F4710655C2}" type="presParOf" srcId="{99569D2B-E305-4756-9945-95549DEB44D9}" destId="{9FEA2A90-0106-4F5E-AA46-B505ECE80775}" srcOrd="0" destOrd="0" presId="urn:microsoft.com/office/officeart/2018/5/layout/IconCircleLabelList"/>
    <dgm:cxn modelId="{F4ED676C-F631-4F1E-9FA3-8BCEA767C154}" type="presParOf" srcId="{99569D2B-E305-4756-9945-95549DEB44D9}" destId="{2A8D832E-CC98-41C8-B616-33CA5C3584B4}" srcOrd="1" destOrd="0" presId="urn:microsoft.com/office/officeart/2018/5/layout/IconCircleLabelList"/>
    <dgm:cxn modelId="{E81298AC-1047-4DF9-8D9E-7E00665E5699}" type="presParOf" srcId="{99569D2B-E305-4756-9945-95549DEB44D9}" destId="{2A3901C4-A6FD-4649-B947-8548344DC68B}" srcOrd="2" destOrd="0" presId="urn:microsoft.com/office/officeart/2018/5/layout/IconCircleLabelList"/>
    <dgm:cxn modelId="{467EDAA4-BA1F-4182-8D3E-919E1EB2B4DB}" type="presParOf" srcId="{99569D2B-E305-4756-9945-95549DEB44D9}" destId="{CBB84B9E-0242-4216-BB23-A100C263E953}" srcOrd="3" destOrd="0" presId="urn:microsoft.com/office/officeart/2018/5/layout/IconCircleLabelList"/>
    <dgm:cxn modelId="{63305AAB-0112-4E42-A543-E67106E8F71D}" type="presParOf" srcId="{FDA32804-E022-475C-9FF9-65F001AF317C}" destId="{8C2C00C6-C0C0-4846-AE60-3F8C78CA298C}" srcOrd="1" destOrd="0" presId="urn:microsoft.com/office/officeart/2018/5/layout/IconCircleLabelList"/>
    <dgm:cxn modelId="{8EE15DC9-3D75-4218-9A17-62500B8F9F7A}" type="presParOf" srcId="{FDA32804-E022-475C-9FF9-65F001AF317C}" destId="{1518F7EB-52FB-4B37-A51E-21528585D10A}" srcOrd="2" destOrd="0" presId="urn:microsoft.com/office/officeart/2018/5/layout/IconCircleLabelList"/>
    <dgm:cxn modelId="{6A6BE671-6E24-4762-8CA8-C980500915CC}" type="presParOf" srcId="{1518F7EB-52FB-4B37-A51E-21528585D10A}" destId="{3FC1119F-8AE3-4DF4-9D3D-CFB3D2611CE5}" srcOrd="0" destOrd="0" presId="urn:microsoft.com/office/officeart/2018/5/layout/IconCircleLabelList"/>
    <dgm:cxn modelId="{BE08951D-AF01-436A-B513-773FB8C54D6C}" type="presParOf" srcId="{1518F7EB-52FB-4B37-A51E-21528585D10A}" destId="{C54EB6DB-1D6E-4318-A673-7168729ACD67}" srcOrd="1" destOrd="0" presId="urn:microsoft.com/office/officeart/2018/5/layout/IconCircleLabelList"/>
    <dgm:cxn modelId="{5E211026-3A5B-4084-89A1-788FBE1FFDF5}" type="presParOf" srcId="{1518F7EB-52FB-4B37-A51E-21528585D10A}" destId="{20B0F09B-7E84-485C-BCF2-8AD429B1F5F2}" srcOrd="2" destOrd="0" presId="urn:microsoft.com/office/officeart/2018/5/layout/IconCircleLabelList"/>
    <dgm:cxn modelId="{725A86F3-6707-4649-B604-C42F5EE29FD9}" type="presParOf" srcId="{1518F7EB-52FB-4B37-A51E-21528585D10A}" destId="{CDE634E6-FCCA-4326-8E64-CCB3C8790B15}" srcOrd="3" destOrd="0" presId="urn:microsoft.com/office/officeart/2018/5/layout/IconCircleLabelList"/>
    <dgm:cxn modelId="{504B3992-5A80-4572-9503-17FACBEA7A04}" type="presParOf" srcId="{FDA32804-E022-475C-9FF9-65F001AF317C}" destId="{03BEC803-E421-49E1-BBC3-F31F35A8ED37}" srcOrd="3" destOrd="0" presId="urn:microsoft.com/office/officeart/2018/5/layout/IconCircleLabelList"/>
    <dgm:cxn modelId="{64E336EC-5341-4EC0-82D7-D0E796629450}" type="presParOf" srcId="{FDA32804-E022-475C-9FF9-65F001AF317C}" destId="{A65BA229-9012-4649-AA14-254F59EC3759}" srcOrd="4" destOrd="0" presId="urn:microsoft.com/office/officeart/2018/5/layout/IconCircleLabelList"/>
    <dgm:cxn modelId="{AD28F113-6C7A-4924-99D3-02E8ADA03CEF}" type="presParOf" srcId="{A65BA229-9012-4649-AA14-254F59EC3759}" destId="{157C96AD-28F9-4B36-9C17-1850160B8347}" srcOrd="0" destOrd="0" presId="urn:microsoft.com/office/officeart/2018/5/layout/IconCircleLabelList"/>
    <dgm:cxn modelId="{EF1E8BFF-CE5C-4995-B533-0BCFCEFF5419}" type="presParOf" srcId="{A65BA229-9012-4649-AA14-254F59EC3759}" destId="{E62CD995-1FF6-4076-8713-0E42288A3258}" srcOrd="1" destOrd="0" presId="urn:microsoft.com/office/officeart/2018/5/layout/IconCircleLabelList"/>
    <dgm:cxn modelId="{0F7D395B-5B66-495A-8128-D9A9859C0514}" type="presParOf" srcId="{A65BA229-9012-4649-AA14-254F59EC3759}" destId="{59971C46-CBDC-404E-AC4E-1B91A77B3952}" srcOrd="2" destOrd="0" presId="urn:microsoft.com/office/officeart/2018/5/layout/IconCircleLabelList"/>
    <dgm:cxn modelId="{E3AA2534-BDD0-48FA-A443-4734EE1DCB53}" type="presParOf" srcId="{A65BA229-9012-4649-AA14-254F59EC3759}" destId="{62563732-8E51-41A5-A90A-BE9D2D86636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515D87-88B1-4C3E-8AE6-531A25CD3DD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0FE5DE-8997-4063-9E34-5366CFB350CD}">
      <dgm:prSet/>
      <dgm:spPr/>
      <dgm:t>
        <a:bodyPr/>
        <a:lstStyle/>
        <a:p>
          <a:r>
            <a:rPr lang="en-US"/>
            <a:t>Text messages are converted into binary form.</a:t>
          </a:r>
        </a:p>
      </dgm:t>
    </dgm:pt>
    <dgm:pt modelId="{A1C2FADC-0AC7-441B-A79B-67AB4AE0C3C1}" type="parTrans" cxnId="{EDD81020-6934-40E9-B22D-85205B7B492D}">
      <dgm:prSet/>
      <dgm:spPr/>
      <dgm:t>
        <a:bodyPr/>
        <a:lstStyle/>
        <a:p>
          <a:endParaRPr lang="en-US"/>
        </a:p>
      </dgm:t>
    </dgm:pt>
    <dgm:pt modelId="{A9A088B8-6D34-4131-80A0-660315FD2650}" type="sibTrans" cxnId="{EDD81020-6934-40E9-B22D-85205B7B492D}">
      <dgm:prSet/>
      <dgm:spPr/>
      <dgm:t>
        <a:bodyPr/>
        <a:lstStyle/>
        <a:p>
          <a:endParaRPr lang="en-US"/>
        </a:p>
      </dgm:t>
    </dgm:pt>
    <dgm:pt modelId="{17740CFA-0CC8-480A-A813-0E5D4D94FF5E}">
      <dgm:prSet/>
      <dgm:spPr/>
      <dgm:t>
        <a:bodyPr/>
        <a:lstStyle/>
        <a:p>
          <a:r>
            <a:rPr lang="en-US"/>
            <a:t>The least significant bit of RGB pixels is modified.</a:t>
          </a:r>
        </a:p>
      </dgm:t>
    </dgm:pt>
    <dgm:pt modelId="{EBD660F7-73AF-4BE1-95B6-BCEC2970C04F}" type="parTrans" cxnId="{BE61A2C3-D709-49C7-9B54-04447A2B483D}">
      <dgm:prSet/>
      <dgm:spPr/>
      <dgm:t>
        <a:bodyPr/>
        <a:lstStyle/>
        <a:p>
          <a:endParaRPr lang="en-US"/>
        </a:p>
      </dgm:t>
    </dgm:pt>
    <dgm:pt modelId="{D79D4E6E-5F23-4650-AC8F-F6343D66C279}" type="sibTrans" cxnId="{BE61A2C3-D709-49C7-9B54-04447A2B483D}">
      <dgm:prSet/>
      <dgm:spPr/>
      <dgm:t>
        <a:bodyPr/>
        <a:lstStyle/>
        <a:p>
          <a:endParaRPr lang="en-US"/>
        </a:p>
      </dgm:t>
    </dgm:pt>
    <dgm:pt modelId="{CBA8E41B-D381-4271-9724-AD7FDA21B14B}">
      <dgm:prSet/>
      <dgm:spPr/>
      <dgm:t>
        <a:bodyPr/>
        <a:lstStyle/>
        <a:p>
          <a:r>
            <a:rPr lang="en-US"/>
            <a:t>Pixel value changes are visually imperceptible.</a:t>
          </a:r>
        </a:p>
      </dgm:t>
    </dgm:pt>
    <dgm:pt modelId="{89D9AEB3-51B1-4503-A135-66E81BE8C155}" type="parTrans" cxnId="{6D70D779-05FA-4129-BDEE-90167960A18D}">
      <dgm:prSet/>
      <dgm:spPr/>
      <dgm:t>
        <a:bodyPr/>
        <a:lstStyle/>
        <a:p>
          <a:endParaRPr lang="en-US"/>
        </a:p>
      </dgm:t>
    </dgm:pt>
    <dgm:pt modelId="{EB4530C2-BACB-4C97-8DB2-45F4C58C9784}" type="sibTrans" cxnId="{6D70D779-05FA-4129-BDEE-90167960A18D}">
      <dgm:prSet/>
      <dgm:spPr/>
      <dgm:t>
        <a:bodyPr/>
        <a:lstStyle/>
        <a:p>
          <a:endParaRPr lang="en-US"/>
        </a:p>
      </dgm:t>
    </dgm:pt>
    <dgm:pt modelId="{58ED725A-905F-4682-9555-51402BFEAA97}">
      <dgm:prSet/>
      <dgm:spPr/>
      <dgm:t>
        <a:bodyPr/>
        <a:lstStyle/>
        <a:p>
          <a:r>
            <a:rPr lang="en-US"/>
            <a:t>Decoder extracts LSB bits and reconstructs the message.</a:t>
          </a:r>
        </a:p>
      </dgm:t>
    </dgm:pt>
    <dgm:pt modelId="{B917EE95-CC5D-4D03-A4BE-5259976493D9}" type="parTrans" cxnId="{0473B534-BAC5-4EB6-8A33-D2E512661DA6}">
      <dgm:prSet/>
      <dgm:spPr/>
      <dgm:t>
        <a:bodyPr/>
        <a:lstStyle/>
        <a:p>
          <a:endParaRPr lang="en-US"/>
        </a:p>
      </dgm:t>
    </dgm:pt>
    <dgm:pt modelId="{FEE43D35-5FCB-4D6D-A7F2-76F3C114ECA9}" type="sibTrans" cxnId="{0473B534-BAC5-4EB6-8A33-D2E512661DA6}">
      <dgm:prSet/>
      <dgm:spPr/>
      <dgm:t>
        <a:bodyPr/>
        <a:lstStyle/>
        <a:p>
          <a:endParaRPr lang="en-US"/>
        </a:p>
      </dgm:t>
    </dgm:pt>
    <dgm:pt modelId="{B6130BA5-D58E-4250-8D02-222C32D9D6B7}" type="pres">
      <dgm:prSet presAssocID="{3F515D87-88B1-4C3E-8AE6-531A25CD3DD3}" presName="outerComposite" presStyleCnt="0">
        <dgm:presLayoutVars>
          <dgm:chMax val="5"/>
          <dgm:dir/>
          <dgm:resizeHandles val="exact"/>
        </dgm:presLayoutVars>
      </dgm:prSet>
      <dgm:spPr/>
    </dgm:pt>
    <dgm:pt modelId="{F24F39BF-8039-4388-89BD-160DADADE87B}" type="pres">
      <dgm:prSet presAssocID="{3F515D87-88B1-4C3E-8AE6-531A25CD3DD3}" presName="dummyMaxCanvas" presStyleCnt="0">
        <dgm:presLayoutVars/>
      </dgm:prSet>
      <dgm:spPr/>
    </dgm:pt>
    <dgm:pt modelId="{B5CCB941-7E5B-47C7-9F00-F5F0C625E602}" type="pres">
      <dgm:prSet presAssocID="{3F515D87-88B1-4C3E-8AE6-531A25CD3DD3}" presName="FourNodes_1" presStyleLbl="node1" presStyleIdx="0" presStyleCnt="4">
        <dgm:presLayoutVars>
          <dgm:bulletEnabled val="1"/>
        </dgm:presLayoutVars>
      </dgm:prSet>
      <dgm:spPr/>
    </dgm:pt>
    <dgm:pt modelId="{2A3C15CD-4C52-4ACC-916F-5BB8B3E603D7}" type="pres">
      <dgm:prSet presAssocID="{3F515D87-88B1-4C3E-8AE6-531A25CD3DD3}" presName="FourNodes_2" presStyleLbl="node1" presStyleIdx="1" presStyleCnt="4">
        <dgm:presLayoutVars>
          <dgm:bulletEnabled val="1"/>
        </dgm:presLayoutVars>
      </dgm:prSet>
      <dgm:spPr/>
    </dgm:pt>
    <dgm:pt modelId="{1C4C9E6A-2BEE-4CEE-9D81-3BA6AC88C742}" type="pres">
      <dgm:prSet presAssocID="{3F515D87-88B1-4C3E-8AE6-531A25CD3DD3}" presName="FourNodes_3" presStyleLbl="node1" presStyleIdx="2" presStyleCnt="4">
        <dgm:presLayoutVars>
          <dgm:bulletEnabled val="1"/>
        </dgm:presLayoutVars>
      </dgm:prSet>
      <dgm:spPr/>
    </dgm:pt>
    <dgm:pt modelId="{3B45A2A8-99E7-4167-A09E-70ACE938CBDC}" type="pres">
      <dgm:prSet presAssocID="{3F515D87-88B1-4C3E-8AE6-531A25CD3DD3}" presName="FourNodes_4" presStyleLbl="node1" presStyleIdx="3" presStyleCnt="4">
        <dgm:presLayoutVars>
          <dgm:bulletEnabled val="1"/>
        </dgm:presLayoutVars>
      </dgm:prSet>
      <dgm:spPr/>
    </dgm:pt>
    <dgm:pt modelId="{6A834E1C-B72C-48F4-A36F-53BE2D94434A}" type="pres">
      <dgm:prSet presAssocID="{3F515D87-88B1-4C3E-8AE6-531A25CD3DD3}" presName="FourConn_1-2" presStyleLbl="fgAccFollowNode1" presStyleIdx="0" presStyleCnt="3">
        <dgm:presLayoutVars>
          <dgm:bulletEnabled val="1"/>
        </dgm:presLayoutVars>
      </dgm:prSet>
      <dgm:spPr/>
    </dgm:pt>
    <dgm:pt modelId="{E0C6EB01-1EBC-41E5-B452-09FFF7F228D9}" type="pres">
      <dgm:prSet presAssocID="{3F515D87-88B1-4C3E-8AE6-531A25CD3DD3}" presName="FourConn_2-3" presStyleLbl="fgAccFollowNode1" presStyleIdx="1" presStyleCnt="3">
        <dgm:presLayoutVars>
          <dgm:bulletEnabled val="1"/>
        </dgm:presLayoutVars>
      </dgm:prSet>
      <dgm:spPr/>
    </dgm:pt>
    <dgm:pt modelId="{D08F571A-FEC5-4597-B418-F471B6913442}" type="pres">
      <dgm:prSet presAssocID="{3F515D87-88B1-4C3E-8AE6-531A25CD3DD3}" presName="FourConn_3-4" presStyleLbl="fgAccFollowNode1" presStyleIdx="2" presStyleCnt="3">
        <dgm:presLayoutVars>
          <dgm:bulletEnabled val="1"/>
        </dgm:presLayoutVars>
      </dgm:prSet>
      <dgm:spPr/>
    </dgm:pt>
    <dgm:pt modelId="{C411A335-8942-4A2E-AAC3-92124E6E8F96}" type="pres">
      <dgm:prSet presAssocID="{3F515D87-88B1-4C3E-8AE6-531A25CD3DD3}" presName="FourNodes_1_text" presStyleLbl="node1" presStyleIdx="3" presStyleCnt="4">
        <dgm:presLayoutVars>
          <dgm:bulletEnabled val="1"/>
        </dgm:presLayoutVars>
      </dgm:prSet>
      <dgm:spPr/>
    </dgm:pt>
    <dgm:pt modelId="{CA71E87A-A6B0-4B22-9DDD-8996641CF610}" type="pres">
      <dgm:prSet presAssocID="{3F515D87-88B1-4C3E-8AE6-531A25CD3DD3}" presName="FourNodes_2_text" presStyleLbl="node1" presStyleIdx="3" presStyleCnt="4">
        <dgm:presLayoutVars>
          <dgm:bulletEnabled val="1"/>
        </dgm:presLayoutVars>
      </dgm:prSet>
      <dgm:spPr/>
    </dgm:pt>
    <dgm:pt modelId="{39C53711-0A1D-4106-988E-D627A35933B8}" type="pres">
      <dgm:prSet presAssocID="{3F515D87-88B1-4C3E-8AE6-531A25CD3DD3}" presName="FourNodes_3_text" presStyleLbl="node1" presStyleIdx="3" presStyleCnt="4">
        <dgm:presLayoutVars>
          <dgm:bulletEnabled val="1"/>
        </dgm:presLayoutVars>
      </dgm:prSet>
      <dgm:spPr/>
    </dgm:pt>
    <dgm:pt modelId="{08D83C31-7CF2-47DF-9C16-C22168EFA0E4}" type="pres">
      <dgm:prSet presAssocID="{3F515D87-88B1-4C3E-8AE6-531A25CD3DD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1D49D0E-8809-4FED-8F52-962F022AA310}" type="presOf" srcId="{A9A088B8-6D34-4131-80A0-660315FD2650}" destId="{6A834E1C-B72C-48F4-A36F-53BE2D94434A}" srcOrd="0" destOrd="0" presId="urn:microsoft.com/office/officeart/2005/8/layout/vProcess5"/>
    <dgm:cxn modelId="{EDD81020-6934-40E9-B22D-85205B7B492D}" srcId="{3F515D87-88B1-4C3E-8AE6-531A25CD3DD3}" destId="{EA0FE5DE-8997-4063-9E34-5366CFB350CD}" srcOrd="0" destOrd="0" parTransId="{A1C2FADC-0AC7-441B-A79B-67AB4AE0C3C1}" sibTransId="{A9A088B8-6D34-4131-80A0-660315FD2650}"/>
    <dgm:cxn modelId="{0473B534-BAC5-4EB6-8A33-D2E512661DA6}" srcId="{3F515D87-88B1-4C3E-8AE6-531A25CD3DD3}" destId="{58ED725A-905F-4682-9555-51402BFEAA97}" srcOrd="3" destOrd="0" parTransId="{B917EE95-CC5D-4D03-A4BE-5259976493D9}" sibTransId="{FEE43D35-5FCB-4D6D-A7F2-76F3C114ECA9}"/>
    <dgm:cxn modelId="{CAC71261-E91D-48E2-9961-A1E995BAD8E3}" type="presOf" srcId="{EB4530C2-BACB-4C97-8DB2-45F4C58C9784}" destId="{D08F571A-FEC5-4597-B418-F471B6913442}" srcOrd="0" destOrd="0" presId="urn:microsoft.com/office/officeart/2005/8/layout/vProcess5"/>
    <dgm:cxn modelId="{3B368E73-DEC9-4604-9695-CE7F4FB2C3B0}" type="presOf" srcId="{17740CFA-0CC8-480A-A813-0E5D4D94FF5E}" destId="{2A3C15CD-4C52-4ACC-916F-5BB8B3E603D7}" srcOrd="0" destOrd="0" presId="urn:microsoft.com/office/officeart/2005/8/layout/vProcess5"/>
    <dgm:cxn modelId="{6D70D779-05FA-4129-BDEE-90167960A18D}" srcId="{3F515D87-88B1-4C3E-8AE6-531A25CD3DD3}" destId="{CBA8E41B-D381-4271-9724-AD7FDA21B14B}" srcOrd="2" destOrd="0" parTransId="{89D9AEB3-51B1-4503-A135-66E81BE8C155}" sibTransId="{EB4530C2-BACB-4C97-8DB2-45F4C58C9784}"/>
    <dgm:cxn modelId="{934A8D7D-BC67-4169-951F-0A9805B21C3A}" type="presOf" srcId="{3F515D87-88B1-4C3E-8AE6-531A25CD3DD3}" destId="{B6130BA5-D58E-4250-8D02-222C32D9D6B7}" srcOrd="0" destOrd="0" presId="urn:microsoft.com/office/officeart/2005/8/layout/vProcess5"/>
    <dgm:cxn modelId="{18FE6286-F3FB-4C75-BE41-F5C08ED79B7A}" type="presOf" srcId="{EA0FE5DE-8997-4063-9E34-5366CFB350CD}" destId="{C411A335-8942-4A2E-AAC3-92124E6E8F96}" srcOrd="1" destOrd="0" presId="urn:microsoft.com/office/officeart/2005/8/layout/vProcess5"/>
    <dgm:cxn modelId="{939B0B94-3E78-49B7-B899-FD784E93E90E}" type="presOf" srcId="{17740CFA-0CC8-480A-A813-0E5D4D94FF5E}" destId="{CA71E87A-A6B0-4B22-9DDD-8996641CF610}" srcOrd="1" destOrd="0" presId="urn:microsoft.com/office/officeart/2005/8/layout/vProcess5"/>
    <dgm:cxn modelId="{FA32D7A2-5995-4D6C-A769-2DEB9E9D11E4}" type="presOf" srcId="{58ED725A-905F-4682-9555-51402BFEAA97}" destId="{08D83C31-7CF2-47DF-9C16-C22168EFA0E4}" srcOrd="1" destOrd="0" presId="urn:microsoft.com/office/officeart/2005/8/layout/vProcess5"/>
    <dgm:cxn modelId="{BE61A2C3-D709-49C7-9B54-04447A2B483D}" srcId="{3F515D87-88B1-4C3E-8AE6-531A25CD3DD3}" destId="{17740CFA-0CC8-480A-A813-0E5D4D94FF5E}" srcOrd="1" destOrd="0" parTransId="{EBD660F7-73AF-4BE1-95B6-BCEC2970C04F}" sibTransId="{D79D4E6E-5F23-4650-AC8F-F6343D66C279}"/>
    <dgm:cxn modelId="{761597C8-1487-4B54-BF0A-C950E5ACE7B5}" type="presOf" srcId="{58ED725A-905F-4682-9555-51402BFEAA97}" destId="{3B45A2A8-99E7-4167-A09E-70ACE938CBDC}" srcOrd="0" destOrd="0" presId="urn:microsoft.com/office/officeart/2005/8/layout/vProcess5"/>
    <dgm:cxn modelId="{AA687FDE-0298-454D-8FC8-BDF6C6603027}" type="presOf" srcId="{CBA8E41B-D381-4271-9724-AD7FDA21B14B}" destId="{1C4C9E6A-2BEE-4CEE-9D81-3BA6AC88C742}" srcOrd="0" destOrd="0" presId="urn:microsoft.com/office/officeart/2005/8/layout/vProcess5"/>
    <dgm:cxn modelId="{45E7FAF4-640B-4A15-83A4-5711B24B41CA}" type="presOf" srcId="{D79D4E6E-5F23-4650-AC8F-F6343D66C279}" destId="{E0C6EB01-1EBC-41E5-B452-09FFF7F228D9}" srcOrd="0" destOrd="0" presId="urn:microsoft.com/office/officeart/2005/8/layout/vProcess5"/>
    <dgm:cxn modelId="{DB2BA1F9-ECFD-4015-A13A-FE89983E64F0}" type="presOf" srcId="{EA0FE5DE-8997-4063-9E34-5366CFB350CD}" destId="{B5CCB941-7E5B-47C7-9F00-F5F0C625E602}" srcOrd="0" destOrd="0" presId="urn:microsoft.com/office/officeart/2005/8/layout/vProcess5"/>
    <dgm:cxn modelId="{75EECCFE-0DBB-4AF4-8049-10D5DD63CA1F}" type="presOf" srcId="{CBA8E41B-D381-4271-9724-AD7FDA21B14B}" destId="{39C53711-0A1D-4106-988E-D627A35933B8}" srcOrd="1" destOrd="0" presId="urn:microsoft.com/office/officeart/2005/8/layout/vProcess5"/>
    <dgm:cxn modelId="{D69537B0-EB53-4BB1-B9D2-212EBD0C0380}" type="presParOf" srcId="{B6130BA5-D58E-4250-8D02-222C32D9D6B7}" destId="{F24F39BF-8039-4388-89BD-160DADADE87B}" srcOrd="0" destOrd="0" presId="urn:microsoft.com/office/officeart/2005/8/layout/vProcess5"/>
    <dgm:cxn modelId="{F86835FA-84A1-4491-A643-8EBC270C6098}" type="presParOf" srcId="{B6130BA5-D58E-4250-8D02-222C32D9D6B7}" destId="{B5CCB941-7E5B-47C7-9F00-F5F0C625E602}" srcOrd="1" destOrd="0" presId="urn:microsoft.com/office/officeart/2005/8/layout/vProcess5"/>
    <dgm:cxn modelId="{E8F7F8A2-E994-46D8-BA70-F59770149C60}" type="presParOf" srcId="{B6130BA5-D58E-4250-8D02-222C32D9D6B7}" destId="{2A3C15CD-4C52-4ACC-916F-5BB8B3E603D7}" srcOrd="2" destOrd="0" presId="urn:microsoft.com/office/officeart/2005/8/layout/vProcess5"/>
    <dgm:cxn modelId="{539CAA55-E7DF-4D7B-9BA6-8386EA978F15}" type="presParOf" srcId="{B6130BA5-D58E-4250-8D02-222C32D9D6B7}" destId="{1C4C9E6A-2BEE-4CEE-9D81-3BA6AC88C742}" srcOrd="3" destOrd="0" presId="urn:microsoft.com/office/officeart/2005/8/layout/vProcess5"/>
    <dgm:cxn modelId="{F68279B0-B47B-4468-8CFD-29C27603845F}" type="presParOf" srcId="{B6130BA5-D58E-4250-8D02-222C32D9D6B7}" destId="{3B45A2A8-99E7-4167-A09E-70ACE938CBDC}" srcOrd="4" destOrd="0" presId="urn:microsoft.com/office/officeart/2005/8/layout/vProcess5"/>
    <dgm:cxn modelId="{5F06555D-B17C-46A2-A2B0-DE983536DC04}" type="presParOf" srcId="{B6130BA5-D58E-4250-8D02-222C32D9D6B7}" destId="{6A834E1C-B72C-48F4-A36F-53BE2D94434A}" srcOrd="5" destOrd="0" presId="urn:microsoft.com/office/officeart/2005/8/layout/vProcess5"/>
    <dgm:cxn modelId="{FA89513E-F6C1-4E67-8738-86AB247A9AF3}" type="presParOf" srcId="{B6130BA5-D58E-4250-8D02-222C32D9D6B7}" destId="{E0C6EB01-1EBC-41E5-B452-09FFF7F228D9}" srcOrd="6" destOrd="0" presId="urn:microsoft.com/office/officeart/2005/8/layout/vProcess5"/>
    <dgm:cxn modelId="{10F97D90-639B-48E3-8898-C111A9EB224D}" type="presParOf" srcId="{B6130BA5-D58E-4250-8D02-222C32D9D6B7}" destId="{D08F571A-FEC5-4597-B418-F471B6913442}" srcOrd="7" destOrd="0" presId="urn:microsoft.com/office/officeart/2005/8/layout/vProcess5"/>
    <dgm:cxn modelId="{58C4A838-A155-4EBE-A2AA-137B6245EB86}" type="presParOf" srcId="{B6130BA5-D58E-4250-8D02-222C32D9D6B7}" destId="{C411A335-8942-4A2E-AAC3-92124E6E8F96}" srcOrd="8" destOrd="0" presId="urn:microsoft.com/office/officeart/2005/8/layout/vProcess5"/>
    <dgm:cxn modelId="{F9FC5792-81D1-4E1E-BA6F-0C902631BB4E}" type="presParOf" srcId="{B6130BA5-D58E-4250-8D02-222C32D9D6B7}" destId="{CA71E87A-A6B0-4B22-9DDD-8996641CF610}" srcOrd="9" destOrd="0" presId="urn:microsoft.com/office/officeart/2005/8/layout/vProcess5"/>
    <dgm:cxn modelId="{E9A822D7-C2BC-4A80-9222-6ABEE400DCBD}" type="presParOf" srcId="{B6130BA5-D58E-4250-8D02-222C32D9D6B7}" destId="{39C53711-0A1D-4106-988E-D627A35933B8}" srcOrd="10" destOrd="0" presId="urn:microsoft.com/office/officeart/2005/8/layout/vProcess5"/>
    <dgm:cxn modelId="{E53AA834-BE1D-4DED-A497-9BE7027716C4}" type="presParOf" srcId="{B6130BA5-D58E-4250-8D02-222C32D9D6B7}" destId="{08D83C31-7CF2-47DF-9C16-C22168EFA0E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786519-936A-40D1-AF1B-287D6A87EB19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63E73C-F39F-411E-8B5E-E4A87216A7AE}">
      <dgm:prSet/>
      <dgm:spPr/>
      <dgm:t>
        <a:bodyPr/>
        <a:lstStyle/>
        <a:p>
          <a:r>
            <a:rPr lang="en-US"/>
            <a:t>Encoder Module: Image + Secret Message → Stego Image</a:t>
          </a:r>
        </a:p>
      </dgm:t>
    </dgm:pt>
    <dgm:pt modelId="{3F34A848-906F-47E9-8672-F0D6A2011174}" type="parTrans" cxnId="{9E514F27-88C6-48F7-A2BE-5EED190A2BF3}">
      <dgm:prSet/>
      <dgm:spPr/>
      <dgm:t>
        <a:bodyPr/>
        <a:lstStyle/>
        <a:p>
          <a:endParaRPr lang="en-US"/>
        </a:p>
      </dgm:t>
    </dgm:pt>
    <dgm:pt modelId="{82E41053-266E-4607-A5D0-E1DCB260BBC3}" type="sibTrans" cxnId="{9E514F27-88C6-48F7-A2BE-5EED190A2BF3}">
      <dgm:prSet/>
      <dgm:spPr/>
      <dgm:t>
        <a:bodyPr/>
        <a:lstStyle/>
        <a:p>
          <a:endParaRPr lang="en-US"/>
        </a:p>
      </dgm:t>
    </dgm:pt>
    <dgm:pt modelId="{9611E583-BF19-440E-8324-78B0F37678D1}">
      <dgm:prSet/>
      <dgm:spPr/>
      <dgm:t>
        <a:bodyPr/>
        <a:lstStyle/>
        <a:p>
          <a:r>
            <a:rPr lang="en-US"/>
            <a:t>Decoder Module: Stego Image → Extracted Message</a:t>
          </a:r>
        </a:p>
      </dgm:t>
    </dgm:pt>
    <dgm:pt modelId="{13A205CA-E8FE-4431-B9BE-36DE3204E55A}" type="parTrans" cxnId="{A673CDA7-F8C0-4870-9D48-67A7BF374A84}">
      <dgm:prSet/>
      <dgm:spPr/>
      <dgm:t>
        <a:bodyPr/>
        <a:lstStyle/>
        <a:p>
          <a:endParaRPr lang="en-US"/>
        </a:p>
      </dgm:t>
    </dgm:pt>
    <dgm:pt modelId="{EA9F28A8-45C4-4F0A-AC4D-3E10C2B934A3}" type="sibTrans" cxnId="{A673CDA7-F8C0-4870-9D48-67A7BF374A84}">
      <dgm:prSet/>
      <dgm:spPr/>
      <dgm:t>
        <a:bodyPr/>
        <a:lstStyle/>
        <a:p>
          <a:endParaRPr lang="en-US"/>
        </a:p>
      </dgm:t>
    </dgm:pt>
    <dgm:pt modelId="{BD362C11-59B9-43F6-B60B-A5A998F8F57B}">
      <dgm:prSet/>
      <dgm:spPr/>
      <dgm:t>
        <a:bodyPr/>
        <a:lstStyle/>
        <a:p>
          <a:r>
            <a:rPr lang="en-US"/>
            <a:t>Python libraries used: Pillow and NumPy</a:t>
          </a:r>
        </a:p>
      </dgm:t>
    </dgm:pt>
    <dgm:pt modelId="{59D5A468-195D-4388-9836-72D4BFEA0AC8}" type="parTrans" cxnId="{797E2783-1C62-41C6-9CE7-180576DEEB6F}">
      <dgm:prSet/>
      <dgm:spPr/>
      <dgm:t>
        <a:bodyPr/>
        <a:lstStyle/>
        <a:p>
          <a:endParaRPr lang="en-US"/>
        </a:p>
      </dgm:t>
    </dgm:pt>
    <dgm:pt modelId="{8B8C0541-1312-4789-BA7C-47B0720A679D}" type="sibTrans" cxnId="{797E2783-1C62-41C6-9CE7-180576DEEB6F}">
      <dgm:prSet/>
      <dgm:spPr/>
      <dgm:t>
        <a:bodyPr/>
        <a:lstStyle/>
        <a:p>
          <a:endParaRPr lang="en-US"/>
        </a:p>
      </dgm:t>
    </dgm:pt>
    <dgm:pt modelId="{F2AE1EF5-6D94-4709-A1BF-CD612FE04054}">
      <dgm:prSet/>
      <dgm:spPr/>
      <dgm:t>
        <a:bodyPr/>
        <a:lstStyle/>
        <a:p>
          <a:r>
            <a:rPr lang="en-US"/>
            <a:t>Modules: encoder.py, decoder.py, main.py, utils.py</a:t>
          </a:r>
        </a:p>
      </dgm:t>
    </dgm:pt>
    <dgm:pt modelId="{65B15B7C-49C5-48DF-ABAF-E1F1EF421D5B}" type="parTrans" cxnId="{216B5F76-0DA3-4694-B810-E6BC807F130B}">
      <dgm:prSet/>
      <dgm:spPr/>
      <dgm:t>
        <a:bodyPr/>
        <a:lstStyle/>
        <a:p>
          <a:endParaRPr lang="en-US"/>
        </a:p>
      </dgm:t>
    </dgm:pt>
    <dgm:pt modelId="{94AF6AF0-DD97-44F1-8C52-D42476066250}" type="sibTrans" cxnId="{216B5F76-0DA3-4694-B810-E6BC807F130B}">
      <dgm:prSet/>
      <dgm:spPr/>
      <dgm:t>
        <a:bodyPr/>
        <a:lstStyle/>
        <a:p>
          <a:endParaRPr lang="en-US"/>
        </a:p>
      </dgm:t>
    </dgm:pt>
    <dgm:pt modelId="{41B18F2D-7F17-40F4-BC3F-2B8D7FF3855E}" type="pres">
      <dgm:prSet presAssocID="{35786519-936A-40D1-AF1B-287D6A87EB19}" presName="diagram" presStyleCnt="0">
        <dgm:presLayoutVars>
          <dgm:dir/>
          <dgm:resizeHandles val="exact"/>
        </dgm:presLayoutVars>
      </dgm:prSet>
      <dgm:spPr/>
    </dgm:pt>
    <dgm:pt modelId="{8E1F6CA1-2A3C-4AE9-B591-2DD3B3AF17E9}" type="pres">
      <dgm:prSet presAssocID="{AC63E73C-F39F-411E-8B5E-E4A87216A7AE}" presName="node" presStyleLbl="node1" presStyleIdx="0" presStyleCnt="4">
        <dgm:presLayoutVars>
          <dgm:bulletEnabled val="1"/>
        </dgm:presLayoutVars>
      </dgm:prSet>
      <dgm:spPr/>
    </dgm:pt>
    <dgm:pt modelId="{FF6E2AB2-6097-4679-92DC-0A703E318C6D}" type="pres">
      <dgm:prSet presAssocID="{82E41053-266E-4607-A5D0-E1DCB260BBC3}" presName="sibTrans" presStyleLbl="sibTrans2D1" presStyleIdx="0" presStyleCnt="3"/>
      <dgm:spPr/>
    </dgm:pt>
    <dgm:pt modelId="{9A98BFB5-7E8C-4D8D-AA2B-AB620C7528F6}" type="pres">
      <dgm:prSet presAssocID="{82E41053-266E-4607-A5D0-E1DCB260BBC3}" presName="connectorText" presStyleLbl="sibTrans2D1" presStyleIdx="0" presStyleCnt="3"/>
      <dgm:spPr/>
    </dgm:pt>
    <dgm:pt modelId="{7F306860-004B-4AC4-A3BC-FFE89614C050}" type="pres">
      <dgm:prSet presAssocID="{9611E583-BF19-440E-8324-78B0F37678D1}" presName="node" presStyleLbl="node1" presStyleIdx="1" presStyleCnt="4">
        <dgm:presLayoutVars>
          <dgm:bulletEnabled val="1"/>
        </dgm:presLayoutVars>
      </dgm:prSet>
      <dgm:spPr/>
    </dgm:pt>
    <dgm:pt modelId="{EFAAF7A8-0709-4A36-AC02-B01A63737F9A}" type="pres">
      <dgm:prSet presAssocID="{EA9F28A8-45C4-4F0A-AC4D-3E10C2B934A3}" presName="sibTrans" presStyleLbl="sibTrans2D1" presStyleIdx="1" presStyleCnt="3"/>
      <dgm:spPr/>
    </dgm:pt>
    <dgm:pt modelId="{441CBBA6-D350-494D-A564-1F69D87651E8}" type="pres">
      <dgm:prSet presAssocID="{EA9F28A8-45C4-4F0A-AC4D-3E10C2B934A3}" presName="connectorText" presStyleLbl="sibTrans2D1" presStyleIdx="1" presStyleCnt="3"/>
      <dgm:spPr/>
    </dgm:pt>
    <dgm:pt modelId="{ECE65C0B-B25E-4F02-B4D4-95103722C117}" type="pres">
      <dgm:prSet presAssocID="{BD362C11-59B9-43F6-B60B-A5A998F8F57B}" presName="node" presStyleLbl="node1" presStyleIdx="2" presStyleCnt="4">
        <dgm:presLayoutVars>
          <dgm:bulletEnabled val="1"/>
        </dgm:presLayoutVars>
      </dgm:prSet>
      <dgm:spPr/>
    </dgm:pt>
    <dgm:pt modelId="{D4937EE6-A1B3-4C0E-93A5-8592B2C84C97}" type="pres">
      <dgm:prSet presAssocID="{8B8C0541-1312-4789-BA7C-47B0720A679D}" presName="sibTrans" presStyleLbl="sibTrans2D1" presStyleIdx="2" presStyleCnt="3"/>
      <dgm:spPr/>
    </dgm:pt>
    <dgm:pt modelId="{8B805B34-D1EE-424B-BCC0-C89176C65859}" type="pres">
      <dgm:prSet presAssocID="{8B8C0541-1312-4789-BA7C-47B0720A679D}" presName="connectorText" presStyleLbl="sibTrans2D1" presStyleIdx="2" presStyleCnt="3"/>
      <dgm:spPr/>
    </dgm:pt>
    <dgm:pt modelId="{ABFEE960-8F86-4883-99AD-7A3C714FC34E}" type="pres">
      <dgm:prSet presAssocID="{F2AE1EF5-6D94-4709-A1BF-CD612FE04054}" presName="node" presStyleLbl="node1" presStyleIdx="3" presStyleCnt="4">
        <dgm:presLayoutVars>
          <dgm:bulletEnabled val="1"/>
        </dgm:presLayoutVars>
      </dgm:prSet>
      <dgm:spPr/>
    </dgm:pt>
  </dgm:ptLst>
  <dgm:cxnLst>
    <dgm:cxn modelId="{0DCA6312-78FB-4F74-A105-1019C78C224D}" type="presOf" srcId="{BD362C11-59B9-43F6-B60B-A5A998F8F57B}" destId="{ECE65C0B-B25E-4F02-B4D4-95103722C117}" srcOrd="0" destOrd="0" presId="urn:microsoft.com/office/officeart/2005/8/layout/process5"/>
    <dgm:cxn modelId="{079EEF1B-ACC6-4A69-96D9-42D909BF10EF}" type="presOf" srcId="{EA9F28A8-45C4-4F0A-AC4D-3E10C2B934A3}" destId="{441CBBA6-D350-494D-A564-1F69D87651E8}" srcOrd="1" destOrd="0" presId="urn:microsoft.com/office/officeart/2005/8/layout/process5"/>
    <dgm:cxn modelId="{9E514F27-88C6-48F7-A2BE-5EED190A2BF3}" srcId="{35786519-936A-40D1-AF1B-287D6A87EB19}" destId="{AC63E73C-F39F-411E-8B5E-E4A87216A7AE}" srcOrd="0" destOrd="0" parTransId="{3F34A848-906F-47E9-8672-F0D6A2011174}" sibTransId="{82E41053-266E-4607-A5D0-E1DCB260BBC3}"/>
    <dgm:cxn modelId="{B770C22A-F088-4BF5-9887-AC9A44424624}" type="presOf" srcId="{EA9F28A8-45C4-4F0A-AC4D-3E10C2B934A3}" destId="{EFAAF7A8-0709-4A36-AC02-B01A63737F9A}" srcOrd="0" destOrd="0" presId="urn:microsoft.com/office/officeart/2005/8/layout/process5"/>
    <dgm:cxn modelId="{A8A9C147-529F-4908-9F46-C9520F308E7F}" type="presOf" srcId="{8B8C0541-1312-4789-BA7C-47B0720A679D}" destId="{8B805B34-D1EE-424B-BCC0-C89176C65859}" srcOrd="1" destOrd="0" presId="urn:microsoft.com/office/officeart/2005/8/layout/process5"/>
    <dgm:cxn modelId="{B11DA84C-35DB-48C9-A6C5-0CB66D129908}" type="presOf" srcId="{82E41053-266E-4607-A5D0-E1DCB260BBC3}" destId="{FF6E2AB2-6097-4679-92DC-0A703E318C6D}" srcOrd="0" destOrd="0" presId="urn:microsoft.com/office/officeart/2005/8/layout/process5"/>
    <dgm:cxn modelId="{9B5E2276-895E-4AE3-BB91-973E3F7F6D3E}" type="presOf" srcId="{82E41053-266E-4607-A5D0-E1DCB260BBC3}" destId="{9A98BFB5-7E8C-4D8D-AA2B-AB620C7528F6}" srcOrd="1" destOrd="0" presId="urn:microsoft.com/office/officeart/2005/8/layout/process5"/>
    <dgm:cxn modelId="{216B5F76-0DA3-4694-B810-E6BC807F130B}" srcId="{35786519-936A-40D1-AF1B-287D6A87EB19}" destId="{F2AE1EF5-6D94-4709-A1BF-CD612FE04054}" srcOrd="3" destOrd="0" parTransId="{65B15B7C-49C5-48DF-ABAF-E1F1EF421D5B}" sibTransId="{94AF6AF0-DD97-44F1-8C52-D42476066250}"/>
    <dgm:cxn modelId="{797E2783-1C62-41C6-9CE7-180576DEEB6F}" srcId="{35786519-936A-40D1-AF1B-287D6A87EB19}" destId="{BD362C11-59B9-43F6-B60B-A5A998F8F57B}" srcOrd="2" destOrd="0" parTransId="{59D5A468-195D-4388-9836-72D4BFEA0AC8}" sibTransId="{8B8C0541-1312-4789-BA7C-47B0720A679D}"/>
    <dgm:cxn modelId="{3B63A8A3-38EF-42FD-AB28-E24CAC077F31}" type="presOf" srcId="{8B8C0541-1312-4789-BA7C-47B0720A679D}" destId="{D4937EE6-A1B3-4C0E-93A5-8592B2C84C97}" srcOrd="0" destOrd="0" presId="urn:microsoft.com/office/officeart/2005/8/layout/process5"/>
    <dgm:cxn modelId="{CBA572A5-30E7-45CD-8A5F-7F191F17E69E}" type="presOf" srcId="{35786519-936A-40D1-AF1B-287D6A87EB19}" destId="{41B18F2D-7F17-40F4-BC3F-2B8D7FF3855E}" srcOrd="0" destOrd="0" presId="urn:microsoft.com/office/officeart/2005/8/layout/process5"/>
    <dgm:cxn modelId="{A673CDA7-F8C0-4870-9D48-67A7BF374A84}" srcId="{35786519-936A-40D1-AF1B-287D6A87EB19}" destId="{9611E583-BF19-440E-8324-78B0F37678D1}" srcOrd="1" destOrd="0" parTransId="{13A205CA-E8FE-4431-B9BE-36DE3204E55A}" sibTransId="{EA9F28A8-45C4-4F0A-AC4D-3E10C2B934A3}"/>
    <dgm:cxn modelId="{7962E8A7-3464-4BF6-9C37-AA6CB9F740DB}" type="presOf" srcId="{AC63E73C-F39F-411E-8B5E-E4A87216A7AE}" destId="{8E1F6CA1-2A3C-4AE9-B591-2DD3B3AF17E9}" srcOrd="0" destOrd="0" presId="urn:microsoft.com/office/officeart/2005/8/layout/process5"/>
    <dgm:cxn modelId="{B9DA16C4-A3FD-4B89-9DA6-E62306D93606}" type="presOf" srcId="{F2AE1EF5-6D94-4709-A1BF-CD612FE04054}" destId="{ABFEE960-8F86-4883-99AD-7A3C714FC34E}" srcOrd="0" destOrd="0" presId="urn:microsoft.com/office/officeart/2005/8/layout/process5"/>
    <dgm:cxn modelId="{F788FEF2-25AE-4684-9953-A862FB77D60C}" type="presOf" srcId="{9611E583-BF19-440E-8324-78B0F37678D1}" destId="{7F306860-004B-4AC4-A3BC-FFE89614C050}" srcOrd="0" destOrd="0" presId="urn:microsoft.com/office/officeart/2005/8/layout/process5"/>
    <dgm:cxn modelId="{A7E463F0-53C2-42BE-B972-FB5822875644}" type="presParOf" srcId="{41B18F2D-7F17-40F4-BC3F-2B8D7FF3855E}" destId="{8E1F6CA1-2A3C-4AE9-B591-2DD3B3AF17E9}" srcOrd="0" destOrd="0" presId="urn:microsoft.com/office/officeart/2005/8/layout/process5"/>
    <dgm:cxn modelId="{0257B104-8155-4C3B-941A-9632D1E7DAF5}" type="presParOf" srcId="{41B18F2D-7F17-40F4-BC3F-2B8D7FF3855E}" destId="{FF6E2AB2-6097-4679-92DC-0A703E318C6D}" srcOrd="1" destOrd="0" presId="urn:microsoft.com/office/officeart/2005/8/layout/process5"/>
    <dgm:cxn modelId="{F1586B57-1F69-42CD-A9EC-242FBC1451D2}" type="presParOf" srcId="{FF6E2AB2-6097-4679-92DC-0A703E318C6D}" destId="{9A98BFB5-7E8C-4D8D-AA2B-AB620C7528F6}" srcOrd="0" destOrd="0" presId="urn:microsoft.com/office/officeart/2005/8/layout/process5"/>
    <dgm:cxn modelId="{1ABD3494-3833-425F-A172-525EBD520FD9}" type="presParOf" srcId="{41B18F2D-7F17-40F4-BC3F-2B8D7FF3855E}" destId="{7F306860-004B-4AC4-A3BC-FFE89614C050}" srcOrd="2" destOrd="0" presId="urn:microsoft.com/office/officeart/2005/8/layout/process5"/>
    <dgm:cxn modelId="{8B75251C-47D3-4021-9A68-E1031493950B}" type="presParOf" srcId="{41B18F2D-7F17-40F4-BC3F-2B8D7FF3855E}" destId="{EFAAF7A8-0709-4A36-AC02-B01A63737F9A}" srcOrd="3" destOrd="0" presId="urn:microsoft.com/office/officeart/2005/8/layout/process5"/>
    <dgm:cxn modelId="{74C1C159-33FC-40B1-9AFF-2CE696D460B6}" type="presParOf" srcId="{EFAAF7A8-0709-4A36-AC02-B01A63737F9A}" destId="{441CBBA6-D350-494D-A564-1F69D87651E8}" srcOrd="0" destOrd="0" presId="urn:microsoft.com/office/officeart/2005/8/layout/process5"/>
    <dgm:cxn modelId="{7A1A758B-3F98-4003-8BCB-3D937F7CEF46}" type="presParOf" srcId="{41B18F2D-7F17-40F4-BC3F-2B8D7FF3855E}" destId="{ECE65C0B-B25E-4F02-B4D4-95103722C117}" srcOrd="4" destOrd="0" presId="urn:microsoft.com/office/officeart/2005/8/layout/process5"/>
    <dgm:cxn modelId="{5F8A4528-DC1C-4E55-B3CE-80EB8CB20A00}" type="presParOf" srcId="{41B18F2D-7F17-40F4-BC3F-2B8D7FF3855E}" destId="{D4937EE6-A1B3-4C0E-93A5-8592B2C84C97}" srcOrd="5" destOrd="0" presId="urn:microsoft.com/office/officeart/2005/8/layout/process5"/>
    <dgm:cxn modelId="{79271FDD-5902-4B39-AD2E-3C7458A5762B}" type="presParOf" srcId="{D4937EE6-A1B3-4C0E-93A5-8592B2C84C97}" destId="{8B805B34-D1EE-424B-BCC0-C89176C65859}" srcOrd="0" destOrd="0" presId="urn:microsoft.com/office/officeart/2005/8/layout/process5"/>
    <dgm:cxn modelId="{3A4110BB-97BC-4678-AFC8-6A863A7D6113}" type="presParOf" srcId="{41B18F2D-7F17-40F4-BC3F-2B8D7FF3855E}" destId="{ABFEE960-8F86-4883-99AD-7A3C714FC34E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EED527D-C74B-47E9-8642-F48D67F09EB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E457882-E75B-46C7-95A7-2FD87DAD5E0F}">
      <dgm:prSet/>
      <dgm:spPr/>
      <dgm:t>
        <a:bodyPr/>
        <a:lstStyle/>
        <a:p>
          <a:r>
            <a:rPr lang="en-US"/>
            <a:t>Encoding replaces pixel LSB using bitwise operations.</a:t>
          </a:r>
        </a:p>
      </dgm:t>
    </dgm:pt>
    <dgm:pt modelId="{CCC701A3-B9AA-41C0-A9EA-1007752CA4A7}" type="parTrans" cxnId="{D3A6429E-5EC2-49BA-9F7B-A1D0964519FE}">
      <dgm:prSet/>
      <dgm:spPr/>
      <dgm:t>
        <a:bodyPr/>
        <a:lstStyle/>
        <a:p>
          <a:endParaRPr lang="en-US"/>
        </a:p>
      </dgm:t>
    </dgm:pt>
    <dgm:pt modelId="{C394F971-E6AE-4BDD-893B-9BEED3162711}" type="sibTrans" cxnId="{D3A6429E-5EC2-49BA-9F7B-A1D0964519FE}">
      <dgm:prSet/>
      <dgm:spPr/>
      <dgm:t>
        <a:bodyPr/>
        <a:lstStyle/>
        <a:p>
          <a:endParaRPr lang="en-US"/>
        </a:p>
      </dgm:t>
    </dgm:pt>
    <dgm:pt modelId="{A37D6191-9AF0-42F5-A0B1-03CF32530656}">
      <dgm:prSet/>
      <dgm:spPr/>
      <dgm:t>
        <a:bodyPr/>
        <a:lstStyle/>
        <a:p>
          <a:r>
            <a:rPr lang="en-US"/>
            <a:t>Decoding reads sequential LSB bits from RGB channels.</a:t>
          </a:r>
        </a:p>
      </dgm:t>
    </dgm:pt>
    <dgm:pt modelId="{A12F578E-035A-4C2C-8295-5C011CAAF1EC}" type="parTrans" cxnId="{7EA81641-5C36-4F4F-8A89-254E86045043}">
      <dgm:prSet/>
      <dgm:spPr/>
      <dgm:t>
        <a:bodyPr/>
        <a:lstStyle/>
        <a:p>
          <a:endParaRPr lang="en-US"/>
        </a:p>
      </dgm:t>
    </dgm:pt>
    <dgm:pt modelId="{8D5DEC05-19B5-42F8-9076-BEA9049C5AA3}" type="sibTrans" cxnId="{7EA81641-5C36-4F4F-8A89-254E86045043}">
      <dgm:prSet/>
      <dgm:spPr/>
      <dgm:t>
        <a:bodyPr/>
        <a:lstStyle/>
        <a:p>
          <a:endParaRPr lang="en-US"/>
        </a:p>
      </dgm:t>
    </dgm:pt>
    <dgm:pt modelId="{A36E4BF7-FB66-47E0-832C-978E2ABA29F2}">
      <dgm:prSet/>
      <dgm:spPr/>
      <dgm:t>
        <a:bodyPr/>
        <a:lstStyle/>
        <a:p>
          <a:r>
            <a:rPr lang="en-US"/>
            <a:t>Delimiter marks the end of the hidden message.</a:t>
          </a:r>
        </a:p>
      </dgm:t>
    </dgm:pt>
    <dgm:pt modelId="{E37FDF11-10FB-4DF1-BCE9-554FA437B4E9}" type="parTrans" cxnId="{AC6FEC19-3B0D-4314-974F-52A8A65CAD6F}">
      <dgm:prSet/>
      <dgm:spPr/>
      <dgm:t>
        <a:bodyPr/>
        <a:lstStyle/>
        <a:p>
          <a:endParaRPr lang="en-US"/>
        </a:p>
      </dgm:t>
    </dgm:pt>
    <dgm:pt modelId="{226D2554-9062-4CC3-8119-053003E7AB4D}" type="sibTrans" cxnId="{AC6FEC19-3B0D-4314-974F-52A8A65CAD6F}">
      <dgm:prSet/>
      <dgm:spPr/>
      <dgm:t>
        <a:bodyPr/>
        <a:lstStyle/>
        <a:p>
          <a:endParaRPr lang="en-US"/>
        </a:p>
      </dgm:t>
    </dgm:pt>
    <dgm:pt modelId="{3A9E15E5-CC93-4ED2-9AA0-B12CB6889756}">
      <dgm:prSet/>
      <dgm:spPr/>
      <dgm:t>
        <a:bodyPr/>
        <a:lstStyle/>
        <a:p>
          <a:r>
            <a:rPr lang="en-US"/>
            <a:t>Only PNG format is supported for reliable recovery.</a:t>
          </a:r>
        </a:p>
      </dgm:t>
    </dgm:pt>
    <dgm:pt modelId="{93856AEB-32C7-4FA0-8745-9BD827A98B55}" type="parTrans" cxnId="{60C925B8-A678-4EBA-962A-7DE413BD9ED5}">
      <dgm:prSet/>
      <dgm:spPr/>
      <dgm:t>
        <a:bodyPr/>
        <a:lstStyle/>
        <a:p>
          <a:endParaRPr lang="en-US"/>
        </a:p>
      </dgm:t>
    </dgm:pt>
    <dgm:pt modelId="{9BB19309-FCEB-4DA3-842F-7CFFC7CB0BE5}" type="sibTrans" cxnId="{60C925B8-A678-4EBA-962A-7DE413BD9ED5}">
      <dgm:prSet/>
      <dgm:spPr/>
      <dgm:t>
        <a:bodyPr/>
        <a:lstStyle/>
        <a:p>
          <a:endParaRPr lang="en-US"/>
        </a:p>
      </dgm:t>
    </dgm:pt>
    <dgm:pt modelId="{99834DFE-E551-4B45-A717-8456DD01B2CB}" type="pres">
      <dgm:prSet presAssocID="{2EED527D-C74B-47E9-8642-F48D67F09EB3}" presName="linear" presStyleCnt="0">
        <dgm:presLayoutVars>
          <dgm:animLvl val="lvl"/>
          <dgm:resizeHandles val="exact"/>
        </dgm:presLayoutVars>
      </dgm:prSet>
      <dgm:spPr/>
    </dgm:pt>
    <dgm:pt modelId="{1A0F2F30-B7F1-4B4D-A845-27BEAD3A24F1}" type="pres">
      <dgm:prSet presAssocID="{AE457882-E75B-46C7-95A7-2FD87DAD5E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620F6D-8E72-484C-8479-FBDF4FA5731B}" type="pres">
      <dgm:prSet presAssocID="{C394F971-E6AE-4BDD-893B-9BEED3162711}" presName="spacer" presStyleCnt="0"/>
      <dgm:spPr/>
    </dgm:pt>
    <dgm:pt modelId="{108971D9-094F-43B2-BAC1-EC18E1731BB0}" type="pres">
      <dgm:prSet presAssocID="{A37D6191-9AF0-42F5-A0B1-03CF325306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B0FA4A-9BAD-4D2E-A710-C33BF5DBE9C4}" type="pres">
      <dgm:prSet presAssocID="{8D5DEC05-19B5-42F8-9076-BEA9049C5AA3}" presName="spacer" presStyleCnt="0"/>
      <dgm:spPr/>
    </dgm:pt>
    <dgm:pt modelId="{AF85E9CE-04B7-4526-B696-5E17D4CE241B}" type="pres">
      <dgm:prSet presAssocID="{A36E4BF7-FB66-47E0-832C-978E2ABA29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058798-9A33-4AB9-A0BE-941B65BD9B97}" type="pres">
      <dgm:prSet presAssocID="{226D2554-9062-4CC3-8119-053003E7AB4D}" presName="spacer" presStyleCnt="0"/>
      <dgm:spPr/>
    </dgm:pt>
    <dgm:pt modelId="{7540D281-1C9D-4320-92B8-CD47DB8D3262}" type="pres">
      <dgm:prSet presAssocID="{3A9E15E5-CC93-4ED2-9AA0-B12CB68897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C6FEC19-3B0D-4314-974F-52A8A65CAD6F}" srcId="{2EED527D-C74B-47E9-8642-F48D67F09EB3}" destId="{A36E4BF7-FB66-47E0-832C-978E2ABA29F2}" srcOrd="2" destOrd="0" parTransId="{E37FDF11-10FB-4DF1-BCE9-554FA437B4E9}" sibTransId="{226D2554-9062-4CC3-8119-053003E7AB4D}"/>
    <dgm:cxn modelId="{A0971D1F-B5E9-46C4-93F8-0CEB59F12777}" type="presOf" srcId="{3A9E15E5-CC93-4ED2-9AA0-B12CB6889756}" destId="{7540D281-1C9D-4320-92B8-CD47DB8D3262}" srcOrd="0" destOrd="0" presId="urn:microsoft.com/office/officeart/2005/8/layout/vList2"/>
    <dgm:cxn modelId="{5B2FFB33-688F-4DC5-A40F-EF964007570D}" type="presOf" srcId="{A36E4BF7-FB66-47E0-832C-978E2ABA29F2}" destId="{AF85E9CE-04B7-4526-B696-5E17D4CE241B}" srcOrd="0" destOrd="0" presId="urn:microsoft.com/office/officeart/2005/8/layout/vList2"/>
    <dgm:cxn modelId="{7EA81641-5C36-4F4F-8A89-254E86045043}" srcId="{2EED527D-C74B-47E9-8642-F48D67F09EB3}" destId="{A37D6191-9AF0-42F5-A0B1-03CF32530656}" srcOrd="1" destOrd="0" parTransId="{A12F578E-035A-4C2C-8295-5C011CAAF1EC}" sibTransId="{8D5DEC05-19B5-42F8-9076-BEA9049C5AA3}"/>
    <dgm:cxn modelId="{1F74B76B-4520-4BB7-AB35-133F48EDD470}" type="presOf" srcId="{2EED527D-C74B-47E9-8642-F48D67F09EB3}" destId="{99834DFE-E551-4B45-A717-8456DD01B2CB}" srcOrd="0" destOrd="0" presId="urn:microsoft.com/office/officeart/2005/8/layout/vList2"/>
    <dgm:cxn modelId="{8043A29A-4CEE-40AA-9DFD-3EF81A8AEAE0}" type="presOf" srcId="{AE457882-E75B-46C7-95A7-2FD87DAD5E0F}" destId="{1A0F2F30-B7F1-4B4D-A845-27BEAD3A24F1}" srcOrd="0" destOrd="0" presId="urn:microsoft.com/office/officeart/2005/8/layout/vList2"/>
    <dgm:cxn modelId="{D3A6429E-5EC2-49BA-9F7B-A1D0964519FE}" srcId="{2EED527D-C74B-47E9-8642-F48D67F09EB3}" destId="{AE457882-E75B-46C7-95A7-2FD87DAD5E0F}" srcOrd="0" destOrd="0" parTransId="{CCC701A3-B9AA-41C0-A9EA-1007752CA4A7}" sibTransId="{C394F971-E6AE-4BDD-893B-9BEED3162711}"/>
    <dgm:cxn modelId="{83705EB3-FDEE-40BB-A837-B7FC0D1F73E3}" type="presOf" srcId="{A37D6191-9AF0-42F5-A0B1-03CF32530656}" destId="{108971D9-094F-43B2-BAC1-EC18E1731BB0}" srcOrd="0" destOrd="0" presId="urn:microsoft.com/office/officeart/2005/8/layout/vList2"/>
    <dgm:cxn modelId="{60C925B8-A678-4EBA-962A-7DE413BD9ED5}" srcId="{2EED527D-C74B-47E9-8642-F48D67F09EB3}" destId="{3A9E15E5-CC93-4ED2-9AA0-B12CB6889756}" srcOrd="3" destOrd="0" parTransId="{93856AEB-32C7-4FA0-8745-9BD827A98B55}" sibTransId="{9BB19309-FCEB-4DA3-842F-7CFFC7CB0BE5}"/>
    <dgm:cxn modelId="{CB1B0F19-9898-4B52-9696-4BE383573394}" type="presParOf" srcId="{99834DFE-E551-4B45-A717-8456DD01B2CB}" destId="{1A0F2F30-B7F1-4B4D-A845-27BEAD3A24F1}" srcOrd="0" destOrd="0" presId="urn:microsoft.com/office/officeart/2005/8/layout/vList2"/>
    <dgm:cxn modelId="{36D598D3-6EAC-47DB-9FF0-60312752B271}" type="presParOf" srcId="{99834DFE-E551-4B45-A717-8456DD01B2CB}" destId="{F2620F6D-8E72-484C-8479-FBDF4FA5731B}" srcOrd="1" destOrd="0" presId="urn:microsoft.com/office/officeart/2005/8/layout/vList2"/>
    <dgm:cxn modelId="{39452A1C-A206-4E33-BFD3-29A1876D82B9}" type="presParOf" srcId="{99834DFE-E551-4B45-A717-8456DD01B2CB}" destId="{108971D9-094F-43B2-BAC1-EC18E1731BB0}" srcOrd="2" destOrd="0" presId="urn:microsoft.com/office/officeart/2005/8/layout/vList2"/>
    <dgm:cxn modelId="{7370A727-91BF-4723-9D50-0C2D28BE52DA}" type="presParOf" srcId="{99834DFE-E551-4B45-A717-8456DD01B2CB}" destId="{E6B0FA4A-9BAD-4D2E-A710-C33BF5DBE9C4}" srcOrd="3" destOrd="0" presId="urn:microsoft.com/office/officeart/2005/8/layout/vList2"/>
    <dgm:cxn modelId="{583859CC-F40E-4E7C-808F-82ACDC2A8494}" type="presParOf" srcId="{99834DFE-E551-4B45-A717-8456DD01B2CB}" destId="{AF85E9CE-04B7-4526-B696-5E17D4CE241B}" srcOrd="4" destOrd="0" presId="urn:microsoft.com/office/officeart/2005/8/layout/vList2"/>
    <dgm:cxn modelId="{ECE61DA8-FBA4-42AE-95AE-A28B0F506544}" type="presParOf" srcId="{99834DFE-E551-4B45-A717-8456DD01B2CB}" destId="{11058798-9A33-4AB9-A0BE-941B65BD9B97}" srcOrd="5" destOrd="0" presId="urn:microsoft.com/office/officeart/2005/8/layout/vList2"/>
    <dgm:cxn modelId="{73282049-F097-432D-951B-07E567168969}" type="presParOf" srcId="{99834DFE-E551-4B45-A717-8456DD01B2CB}" destId="{7540D281-1C9D-4320-92B8-CD47DB8D326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0044EFE-623D-4861-AE0B-BB75F3C639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D012EE-90BE-44D5-90D4-3D0977C2DFE0}">
      <dgm:prSet/>
      <dgm:spPr/>
      <dgm:t>
        <a:bodyPr/>
        <a:lstStyle/>
        <a:p>
          <a:r>
            <a:rPr lang="en-US"/>
            <a:t>PSNR measures image quality similarity.</a:t>
          </a:r>
        </a:p>
      </dgm:t>
    </dgm:pt>
    <dgm:pt modelId="{C58E5539-4C20-446A-B519-813CBAA87C41}" type="parTrans" cxnId="{50578332-A94E-4B75-A482-7C6E9E635A91}">
      <dgm:prSet/>
      <dgm:spPr/>
      <dgm:t>
        <a:bodyPr/>
        <a:lstStyle/>
        <a:p>
          <a:endParaRPr lang="en-US"/>
        </a:p>
      </dgm:t>
    </dgm:pt>
    <dgm:pt modelId="{4D215235-1F60-4607-832D-8B12726A1218}" type="sibTrans" cxnId="{50578332-A94E-4B75-A482-7C6E9E635A91}">
      <dgm:prSet/>
      <dgm:spPr/>
      <dgm:t>
        <a:bodyPr/>
        <a:lstStyle/>
        <a:p>
          <a:endParaRPr lang="en-US"/>
        </a:p>
      </dgm:t>
    </dgm:pt>
    <dgm:pt modelId="{2C99757C-8A4C-420F-9E34-5EC83CBA7EA8}">
      <dgm:prSet/>
      <dgm:spPr/>
      <dgm:t>
        <a:bodyPr/>
        <a:lstStyle/>
        <a:p>
          <a:r>
            <a:rPr lang="en-US"/>
            <a:t>MSE measures pixel differences between cover and stego images.</a:t>
          </a:r>
        </a:p>
      </dgm:t>
    </dgm:pt>
    <dgm:pt modelId="{1A3C77D4-5E10-41E1-9166-FC9C8371B903}" type="parTrans" cxnId="{BB4D9AB1-6630-4329-B2F5-082F6FDC451D}">
      <dgm:prSet/>
      <dgm:spPr/>
      <dgm:t>
        <a:bodyPr/>
        <a:lstStyle/>
        <a:p>
          <a:endParaRPr lang="en-US"/>
        </a:p>
      </dgm:t>
    </dgm:pt>
    <dgm:pt modelId="{95BE2325-744A-466F-9481-2389C0182FF6}" type="sibTrans" cxnId="{BB4D9AB1-6630-4329-B2F5-082F6FDC451D}">
      <dgm:prSet/>
      <dgm:spPr/>
      <dgm:t>
        <a:bodyPr/>
        <a:lstStyle/>
        <a:p>
          <a:endParaRPr lang="en-US"/>
        </a:p>
      </dgm:t>
    </dgm:pt>
    <dgm:pt modelId="{EE384583-0490-41E9-802F-AAC2D0C6FDF3}">
      <dgm:prSet/>
      <dgm:spPr/>
      <dgm:t>
        <a:bodyPr/>
        <a:lstStyle/>
        <a:p>
          <a:r>
            <a:rPr lang="en-US"/>
            <a:t>Capacity testing uses multiple image resolutions.</a:t>
          </a:r>
        </a:p>
      </dgm:t>
    </dgm:pt>
    <dgm:pt modelId="{65C25F33-8FEF-45B9-8902-1A8ECC595286}" type="parTrans" cxnId="{45BB0D44-2A80-4CE2-99D1-B2624B26343C}">
      <dgm:prSet/>
      <dgm:spPr/>
      <dgm:t>
        <a:bodyPr/>
        <a:lstStyle/>
        <a:p>
          <a:endParaRPr lang="en-US"/>
        </a:p>
      </dgm:t>
    </dgm:pt>
    <dgm:pt modelId="{63578E84-F104-484E-9A03-2397B7302399}" type="sibTrans" cxnId="{45BB0D44-2A80-4CE2-99D1-B2624B26343C}">
      <dgm:prSet/>
      <dgm:spPr/>
      <dgm:t>
        <a:bodyPr/>
        <a:lstStyle/>
        <a:p>
          <a:endParaRPr lang="en-US"/>
        </a:p>
      </dgm:t>
    </dgm:pt>
    <dgm:pt modelId="{516C422C-4A12-4BC0-AAFB-428426F16200}">
      <dgm:prSet/>
      <dgm:spPr/>
      <dgm:t>
        <a:bodyPr/>
        <a:lstStyle/>
        <a:p>
          <a:r>
            <a:rPr lang="en-US"/>
            <a:t>Robustness tested against JPEG compression.</a:t>
          </a:r>
        </a:p>
      </dgm:t>
    </dgm:pt>
    <dgm:pt modelId="{7263FA78-1004-4385-A5FD-0D0774A4CE9D}" type="parTrans" cxnId="{BA2E355F-FFA5-4FC0-A9DD-34289B05DA0C}">
      <dgm:prSet/>
      <dgm:spPr/>
      <dgm:t>
        <a:bodyPr/>
        <a:lstStyle/>
        <a:p>
          <a:endParaRPr lang="en-US"/>
        </a:p>
      </dgm:t>
    </dgm:pt>
    <dgm:pt modelId="{AAF8A202-3CB4-40E6-8409-BF958FA54E89}" type="sibTrans" cxnId="{BA2E355F-FFA5-4FC0-A9DD-34289B05DA0C}">
      <dgm:prSet/>
      <dgm:spPr/>
      <dgm:t>
        <a:bodyPr/>
        <a:lstStyle/>
        <a:p>
          <a:endParaRPr lang="en-US"/>
        </a:p>
      </dgm:t>
    </dgm:pt>
    <dgm:pt modelId="{575566BB-AFF3-4103-B870-375ED99BA47E}" type="pres">
      <dgm:prSet presAssocID="{70044EFE-623D-4861-AE0B-BB75F3C63946}" presName="linear" presStyleCnt="0">
        <dgm:presLayoutVars>
          <dgm:animLvl val="lvl"/>
          <dgm:resizeHandles val="exact"/>
        </dgm:presLayoutVars>
      </dgm:prSet>
      <dgm:spPr/>
    </dgm:pt>
    <dgm:pt modelId="{C05080C3-C5AF-4E68-A21C-24D3071B9014}" type="pres">
      <dgm:prSet presAssocID="{33D012EE-90BE-44D5-90D4-3D0977C2DF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521D3E-8F66-428B-A96B-3BA27BF46DA4}" type="pres">
      <dgm:prSet presAssocID="{4D215235-1F60-4607-832D-8B12726A1218}" presName="spacer" presStyleCnt="0"/>
      <dgm:spPr/>
    </dgm:pt>
    <dgm:pt modelId="{E063D9B0-11CC-440A-8856-E6EC25DBE8FE}" type="pres">
      <dgm:prSet presAssocID="{2C99757C-8A4C-420F-9E34-5EC83CBA7E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E6C303-F73E-4204-9F22-CACC2658BC3B}" type="pres">
      <dgm:prSet presAssocID="{95BE2325-744A-466F-9481-2389C0182FF6}" presName="spacer" presStyleCnt="0"/>
      <dgm:spPr/>
    </dgm:pt>
    <dgm:pt modelId="{C94C380A-3702-4FE6-9984-42C2FAE34BE2}" type="pres">
      <dgm:prSet presAssocID="{EE384583-0490-41E9-802F-AAC2D0C6FD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B5E24D-BFDD-4F85-8BAF-D333E1EBE3E9}" type="pres">
      <dgm:prSet presAssocID="{63578E84-F104-484E-9A03-2397B7302399}" presName="spacer" presStyleCnt="0"/>
      <dgm:spPr/>
    </dgm:pt>
    <dgm:pt modelId="{524C001B-BDB9-4B9B-9F06-501338D4B5DD}" type="pres">
      <dgm:prSet presAssocID="{516C422C-4A12-4BC0-AAFB-428426F162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5DDC10-DAB0-4D0F-AD8F-3592049FB4DD}" type="presOf" srcId="{EE384583-0490-41E9-802F-AAC2D0C6FDF3}" destId="{C94C380A-3702-4FE6-9984-42C2FAE34BE2}" srcOrd="0" destOrd="0" presId="urn:microsoft.com/office/officeart/2005/8/layout/vList2"/>
    <dgm:cxn modelId="{2A9A3E28-2D4D-4701-9C41-64F4A3B0E325}" type="presOf" srcId="{70044EFE-623D-4861-AE0B-BB75F3C63946}" destId="{575566BB-AFF3-4103-B870-375ED99BA47E}" srcOrd="0" destOrd="0" presId="urn:microsoft.com/office/officeart/2005/8/layout/vList2"/>
    <dgm:cxn modelId="{50578332-A94E-4B75-A482-7C6E9E635A91}" srcId="{70044EFE-623D-4861-AE0B-BB75F3C63946}" destId="{33D012EE-90BE-44D5-90D4-3D0977C2DFE0}" srcOrd="0" destOrd="0" parTransId="{C58E5539-4C20-446A-B519-813CBAA87C41}" sibTransId="{4D215235-1F60-4607-832D-8B12726A1218}"/>
    <dgm:cxn modelId="{BA2E355F-FFA5-4FC0-A9DD-34289B05DA0C}" srcId="{70044EFE-623D-4861-AE0B-BB75F3C63946}" destId="{516C422C-4A12-4BC0-AAFB-428426F16200}" srcOrd="3" destOrd="0" parTransId="{7263FA78-1004-4385-A5FD-0D0774A4CE9D}" sibTransId="{AAF8A202-3CB4-40E6-8409-BF958FA54E89}"/>
    <dgm:cxn modelId="{45BB0D44-2A80-4CE2-99D1-B2624B26343C}" srcId="{70044EFE-623D-4861-AE0B-BB75F3C63946}" destId="{EE384583-0490-41E9-802F-AAC2D0C6FDF3}" srcOrd="2" destOrd="0" parTransId="{65C25F33-8FEF-45B9-8902-1A8ECC595286}" sibTransId="{63578E84-F104-484E-9A03-2397B7302399}"/>
    <dgm:cxn modelId="{841ADFAC-60E3-49A1-881B-4BF859F1AD8B}" type="presOf" srcId="{33D012EE-90BE-44D5-90D4-3D0977C2DFE0}" destId="{C05080C3-C5AF-4E68-A21C-24D3071B9014}" srcOrd="0" destOrd="0" presId="urn:microsoft.com/office/officeart/2005/8/layout/vList2"/>
    <dgm:cxn modelId="{C7AE23B1-70CF-41B4-87F4-FA7C972B83DC}" type="presOf" srcId="{516C422C-4A12-4BC0-AAFB-428426F16200}" destId="{524C001B-BDB9-4B9B-9F06-501338D4B5DD}" srcOrd="0" destOrd="0" presId="urn:microsoft.com/office/officeart/2005/8/layout/vList2"/>
    <dgm:cxn modelId="{BB4D9AB1-6630-4329-B2F5-082F6FDC451D}" srcId="{70044EFE-623D-4861-AE0B-BB75F3C63946}" destId="{2C99757C-8A4C-420F-9E34-5EC83CBA7EA8}" srcOrd="1" destOrd="0" parTransId="{1A3C77D4-5E10-41E1-9166-FC9C8371B903}" sibTransId="{95BE2325-744A-466F-9481-2389C0182FF6}"/>
    <dgm:cxn modelId="{551EB9E1-9313-48FB-985A-E52222C24895}" type="presOf" srcId="{2C99757C-8A4C-420F-9E34-5EC83CBA7EA8}" destId="{E063D9B0-11CC-440A-8856-E6EC25DBE8FE}" srcOrd="0" destOrd="0" presId="urn:microsoft.com/office/officeart/2005/8/layout/vList2"/>
    <dgm:cxn modelId="{8648595B-1C3C-4DB7-8D82-BB8BE4825EE2}" type="presParOf" srcId="{575566BB-AFF3-4103-B870-375ED99BA47E}" destId="{C05080C3-C5AF-4E68-A21C-24D3071B9014}" srcOrd="0" destOrd="0" presId="urn:microsoft.com/office/officeart/2005/8/layout/vList2"/>
    <dgm:cxn modelId="{0970A3A4-23BC-4812-BF05-BE4EFB5BEB60}" type="presParOf" srcId="{575566BB-AFF3-4103-B870-375ED99BA47E}" destId="{D5521D3E-8F66-428B-A96B-3BA27BF46DA4}" srcOrd="1" destOrd="0" presId="urn:microsoft.com/office/officeart/2005/8/layout/vList2"/>
    <dgm:cxn modelId="{51BE3D98-5475-458A-AA61-F4DB1EE21540}" type="presParOf" srcId="{575566BB-AFF3-4103-B870-375ED99BA47E}" destId="{E063D9B0-11CC-440A-8856-E6EC25DBE8FE}" srcOrd="2" destOrd="0" presId="urn:microsoft.com/office/officeart/2005/8/layout/vList2"/>
    <dgm:cxn modelId="{F2B4BAB3-2BDD-4B8E-B5F9-629005CEA35C}" type="presParOf" srcId="{575566BB-AFF3-4103-B870-375ED99BA47E}" destId="{64E6C303-F73E-4204-9F22-CACC2658BC3B}" srcOrd="3" destOrd="0" presId="urn:microsoft.com/office/officeart/2005/8/layout/vList2"/>
    <dgm:cxn modelId="{4879493F-2DE7-4B2C-973F-20E3EA26A384}" type="presParOf" srcId="{575566BB-AFF3-4103-B870-375ED99BA47E}" destId="{C94C380A-3702-4FE6-9984-42C2FAE34BE2}" srcOrd="4" destOrd="0" presId="urn:microsoft.com/office/officeart/2005/8/layout/vList2"/>
    <dgm:cxn modelId="{E059DF23-87FB-4369-8D5C-6EC6334F02E7}" type="presParOf" srcId="{575566BB-AFF3-4103-B870-375ED99BA47E}" destId="{CAB5E24D-BFDD-4F85-8BAF-D333E1EBE3E9}" srcOrd="5" destOrd="0" presId="urn:microsoft.com/office/officeart/2005/8/layout/vList2"/>
    <dgm:cxn modelId="{EC214B44-2E91-4EF0-97C8-4E5363CE3FB7}" type="presParOf" srcId="{575566BB-AFF3-4103-B870-375ED99BA47E}" destId="{524C001B-BDB9-4B9B-9F06-501338D4B5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9005AC8-B3BB-4386-A267-6702D42E4C5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3A9087-0038-445E-B001-4CA3B5FF9B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LSB steganography provides simple hidden communication.</a:t>
          </a:r>
        </a:p>
      </dgm:t>
    </dgm:pt>
    <dgm:pt modelId="{518CEAD5-1F1D-489C-A29B-2CF762EFCB4D}" type="parTrans" cxnId="{8DC7504A-E3E5-47E7-8CB7-AF743D76608C}">
      <dgm:prSet/>
      <dgm:spPr/>
      <dgm:t>
        <a:bodyPr/>
        <a:lstStyle/>
        <a:p>
          <a:endParaRPr lang="en-US"/>
        </a:p>
      </dgm:t>
    </dgm:pt>
    <dgm:pt modelId="{AD5B04E6-D6C7-423B-A83B-F0A6D39E419E}" type="sibTrans" cxnId="{8DC7504A-E3E5-47E7-8CB7-AF743D7660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719860-8C47-473C-9815-A2361BF131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implementation is flexible and easy to develop.</a:t>
          </a:r>
        </a:p>
      </dgm:t>
    </dgm:pt>
    <dgm:pt modelId="{EA998F23-1A92-478E-BD0C-B9C0166FEB5C}" type="parTrans" cxnId="{D991630A-980B-4727-A159-EB8362BD6FCA}">
      <dgm:prSet/>
      <dgm:spPr/>
      <dgm:t>
        <a:bodyPr/>
        <a:lstStyle/>
        <a:p>
          <a:endParaRPr lang="en-US"/>
        </a:p>
      </dgm:t>
    </dgm:pt>
    <dgm:pt modelId="{2210E35E-6A9F-41F3-BBE7-52518DB56B35}" type="sibTrans" cxnId="{D991630A-980B-4727-A159-EB8362BD6F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EFF669-B937-477B-8E31-FAAAD179BE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PNG images preserve hidden data effectively.</a:t>
          </a:r>
        </a:p>
      </dgm:t>
    </dgm:pt>
    <dgm:pt modelId="{A3B44E6E-524B-44C2-8683-AAE7BC554388}" type="parTrans" cxnId="{561317CD-769E-4352-B54D-E767E4512473}">
      <dgm:prSet/>
      <dgm:spPr/>
      <dgm:t>
        <a:bodyPr/>
        <a:lstStyle/>
        <a:p>
          <a:endParaRPr lang="en-US"/>
        </a:p>
      </dgm:t>
    </dgm:pt>
    <dgm:pt modelId="{147CAD23-2E38-4D88-9D47-49246FE4DFD2}" type="sibTrans" cxnId="{561317CD-769E-4352-B54D-E767E451247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8460D3-12C3-4D4B-8C90-180E7B4DCD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work may include encryption and advanced steganography methods.</a:t>
          </a:r>
        </a:p>
      </dgm:t>
    </dgm:pt>
    <dgm:pt modelId="{7566CF2A-40E2-4A1A-A5DA-E21E0B75038E}" type="parTrans" cxnId="{2EA1E3D2-D4D1-4E22-A504-F89B88001B52}">
      <dgm:prSet/>
      <dgm:spPr/>
      <dgm:t>
        <a:bodyPr/>
        <a:lstStyle/>
        <a:p>
          <a:endParaRPr lang="en-US"/>
        </a:p>
      </dgm:t>
    </dgm:pt>
    <dgm:pt modelId="{E3371231-2AFA-4155-BFBA-D113FC4DBC59}" type="sibTrans" cxnId="{2EA1E3D2-D4D1-4E22-A504-F89B88001B52}">
      <dgm:prSet/>
      <dgm:spPr/>
      <dgm:t>
        <a:bodyPr/>
        <a:lstStyle/>
        <a:p>
          <a:endParaRPr lang="en-US"/>
        </a:p>
      </dgm:t>
    </dgm:pt>
    <dgm:pt modelId="{B4673E68-0D36-4DB1-BF63-A2667C4F78D5}" type="pres">
      <dgm:prSet presAssocID="{29005AC8-B3BB-4386-A267-6702D42E4C50}" presName="root" presStyleCnt="0">
        <dgm:presLayoutVars>
          <dgm:dir/>
          <dgm:resizeHandles val="exact"/>
        </dgm:presLayoutVars>
      </dgm:prSet>
      <dgm:spPr/>
    </dgm:pt>
    <dgm:pt modelId="{7F61C01C-51BC-4500-A67F-5E6C291347CC}" type="pres">
      <dgm:prSet presAssocID="{29005AC8-B3BB-4386-A267-6702D42E4C50}" presName="container" presStyleCnt="0">
        <dgm:presLayoutVars>
          <dgm:dir/>
          <dgm:resizeHandles val="exact"/>
        </dgm:presLayoutVars>
      </dgm:prSet>
      <dgm:spPr/>
    </dgm:pt>
    <dgm:pt modelId="{F9FA51E3-EEDD-41CC-9928-6D99FCFF5433}" type="pres">
      <dgm:prSet presAssocID="{3A3A9087-0038-445E-B001-4CA3B5FF9BDC}" presName="compNode" presStyleCnt="0"/>
      <dgm:spPr/>
    </dgm:pt>
    <dgm:pt modelId="{9F3CE5D3-B91F-49DB-BB05-3069E54378B1}" type="pres">
      <dgm:prSet presAssocID="{3A3A9087-0038-445E-B001-4CA3B5FF9BDC}" presName="iconBgRect" presStyleLbl="bgShp" presStyleIdx="0" presStyleCnt="4"/>
      <dgm:spPr/>
    </dgm:pt>
    <dgm:pt modelId="{02047D39-6D93-4B58-8B62-438A56BB4364}" type="pres">
      <dgm:prSet presAssocID="{3A3A9087-0038-445E-B001-4CA3B5FF9BD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9C60D063-E287-4A4E-990D-562D48A127E4}" type="pres">
      <dgm:prSet presAssocID="{3A3A9087-0038-445E-B001-4CA3B5FF9BDC}" presName="spaceRect" presStyleCnt="0"/>
      <dgm:spPr/>
    </dgm:pt>
    <dgm:pt modelId="{34A4DF96-E055-4B77-8E26-49F1E4945BEA}" type="pres">
      <dgm:prSet presAssocID="{3A3A9087-0038-445E-B001-4CA3B5FF9BDC}" presName="textRect" presStyleLbl="revTx" presStyleIdx="0" presStyleCnt="4">
        <dgm:presLayoutVars>
          <dgm:chMax val="1"/>
          <dgm:chPref val="1"/>
        </dgm:presLayoutVars>
      </dgm:prSet>
      <dgm:spPr/>
    </dgm:pt>
    <dgm:pt modelId="{9F2298D0-0521-4164-BB2A-C0BD22567CCA}" type="pres">
      <dgm:prSet presAssocID="{AD5B04E6-D6C7-423B-A83B-F0A6D39E419E}" presName="sibTrans" presStyleLbl="sibTrans2D1" presStyleIdx="0" presStyleCnt="0"/>
      <dgm:spPr/>
    </dgm:pt>
    <dgm:pt modelId="{154EADC0-7BC5-4E6F-9848-0F19096F8DAD}" type="pres">
      <dgm:prSet presAssocID="{C5719860-8C47-473C-9815-A2361BF13105}" presName="compNode" presStyleCnt="0"/>
      <dgm:spPr/>
    </dgm:pt>
    <dgm:pt modelId="{E1B16371-ABA4-462A-B6B0-9C5C5B375961}" type="pres">
      <dgm:prSet presAssocID="{C5719860-8C47-473C-9815-A2361BF13105}" presName="iconBgRect" presStyleLbl="bgShp" presStyleIdx="1" presStyleCnt="4"/>
      <dgm:spPr/>
    </dgm:pt>
    <dgm:pt modelId="{820AD261-F93B-41B0-B38B-E17804E2E90E}" type="pres">
      <dgm:prSet presAssocID="{C5719860-8C47-473C-9815-A2361BF131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242E749-DFD0-448A-A545-5352A41994E5}" type="pres">
      <dgm:prSet presAssocID="{C5719860-8C47-473C-9815-A2361BF13105}" presName="spaceRect" presStyleCnt="0"/>
      <dgm:spPr/>
    </dgm:pt>
    <dgm:pt modelId="{18D59E6E-088A-4E3C-B642-89E483A28503}" type="pres">
      <dgm:prSet presAssocID="{C5719860-8C47-473C-9815-A2361BF13105}" presName="textRect" presStyleLbl="revTx" presStyleIdx="1" presStyleCnt="4">
        <dgm:presLayoutVars>
          <dgm:chMax val="1"/>
          <dgm:chPref val="1"/>
        </dgm:presLayoutVars>
      </dgm:prSet>
      <dgm:spPr/>
    </dgm:pt>
    <dgm:pt modelId="{CBA3FD6E-CC90-43BD-9165-8507212B5A75}" type="pres">
      <dgm:prSet presAssocID="{2210E35E-6A9F-41F3-BBE7-52518DB56B35}" presName="sibTrans" presStyleLbl="sibTrans2D1" presStyleIdx="0" presStyleCnt="0"/>
      <dgm:spPr/>
    </dgm:pt>
    <dgm:pt modelId="{3A866B9E-5BBA-46D2-BBED-8DE7F8133A76}" type="pres">
      <dgm:prSet presAssocID="{C2EFF669-B937-477B-8E31-FAAAD179BE1B}" presName="compNode" presStyleCnt="0"/>
      <dgm:spPr/>
    </dgm:pt>
    <dgm:pt modelId="{10999442-8800-46C6-85F5-03852C577ADD}" type="pres">
      <dgm:prSet presAssocID="{C2EFF669-B937-477B-8E31-FAAAD179BE1B}" presName="iconBgRect" presStyleLbl="bgShp" presStyleIdx="2" presStyleCnt="4"/>
      <dgm:spPr/>
    </dgm:pt>
    <dgm:pt modelId="{596CECA5-760B-4D39-B8B8-1F918501CF2E}" type="pres">
      <dgm:prSet presAssocID="{C2EFF669-B937-477B-8E31-FAAAD179BE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0FB63FD-DE60-44F1-9400-25FA3447AF85}" type="pres">
      <dgm:prSet presAssocID="{C2EFF669-B937-477B-8E31-FAAAD179BE1B}" presName="spaceRect" presStyleCnt="0"/>
      <dgm:spPr/>
    </dgm:pt>
    <dgm:pt modelId="{5F8E13A9-33E3-4BD8-BD1B-02E1F4FB635D}" type="pres">
      <dgm:prSet presAssocID="{C2EFF669-B937-477B-8E31-FAAAD179BE1B}" presName="textRect" presStyleLbl="revTx" presStyleIdx="2" presStyleCnt="4">
        <dgm:presLayoutVars>
          <dgm:chMax val="1"/>
          <dgm:chPref val="1"/>
        </dgm:presLayoutVars>
      </dgm:prSet>
      <dgm:spPr/>
    </dgm:pt>
    <dgm:pt modelId="{F75C054B-1218-45A4-B764-CB81CB428E47}" type="pres">
      <dgm:prSet presAssocID="{147CAD23-2E38-4D88-9D47-49246FE4DFD2}" presName="sibTrans" presStyleLbl="sibTrans2D1" presStyleIdx="0" presStyleCnt="0"/>
      <dgm:spPr/>
    </dgm:pt>
    <dgm:pt modelId="{F871B0B0-A567-4DDE-B50E-D83B9CF08D75}" type="pres">
      <dgm:prSet presAssocID="{8B8460D3-12C3-4D4B-8C90-180E7B4DCDCB}" presName="compNode" presStyleCnt="0"/>
      <dgm:spPr/>
    </dgm:pt>
    <dgm:pt modelId="{B37350B3-849D-429E-B7A8-CEF1934F40CA}" type="pres">
      <dgm:prSet presAssocID="{8B8460D3-12C3-4D4B-8C90-180E7B4DCDCB}" presName="iconBgRect" presStyleLbl="bgShp" presStyleIdx="3" presStyleCnt="4"/>
      <dgm:spPr/>
    </dgm:pt>
    <dgm:pt modelId="{57E1BAE0-065A-4D0D-8A10-FF016B0F11D4}" type="pres">
      <dgm:prSet presAssocID="{8B8460D3-12C3-4D4B-8C90-180E7B4DCD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A2A50D78-A2EC-4A82-8E5C-F4AF9DEB0F52}" type="pres">
      <dgm:prSet presAssocID="{8B8460D3-12C3-4D4B-8C90-180E7B4DCDCB}" presName="spaceRect" presStyleCnt="0"/>
      <dgm:spPr/>
    </dgm:pt>
    <dgm:pt modelId="{DC37F4AB-2177-4E42-89D3-608169721A63}" type="pres">
      <dgm:prSet presAssocID="{8B8460D3-12C3-4D4B-8C90-180E7B4DCD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C6AFA01-F64D-451A-A1A8-5EDA5A3DB11E}" type="presOf" srcId="{C5719860-8C47-473C-9815-A2361BF13105}" destId="{18D59E6E-088A-4E3C-B642-89E483A28503}" srcOrd="0" destOrd="0" presId="urn:microsoft.com/office/officeart/2018/2/layout/IconCircleList"/>
    <dgm:cxn modelId="{D991630A-980B-4727-A159-EB8362BD6FCA}" srcId="{29005AC8-B3BB-4386-A267-6702D42E4C50}" destId="{C5719860-8C47-473C-9815-A2361BF13105}" srcOrd="1" destOrd="0" parTransId="{EA998F23-1A92-478E-BD0C-B9C0166FEB5C}" sibTransId="{2210E35E-6A9F-41F3-BBE7-52518DB56B35}"/>
    <dgm:cxn modelId="{1E5A5434-13D9-44B7-81EC-A539293B9156}" type="presOf" srcId="{AD5B04E6-D6C7-423B-A83B-F0A6D39E419E}" destId="{9F2298D0-0521-4164-BB2A-C0BD22567CCA}" srcOrd="0" destOrd="0" presId="urn:microsoft.com/office/officeart/2018/2/layout/IconCircleList"/>
    <dgm:cxn modelId="{7260E95D-85EB-4726-89A4-378D25A0843A}" type="presOf" srcId="{2210E35E-6A9F-41F3-BBE7-52518DB56B35}" destId="{CBA3FD6E-CC90-43BD-9165-8507212B5A75}" srcOrd="0" destOrd="0" presId="urn:microsoft.com/office/officeart/2018/2/layout/IconCircleList"/>
    <dgm:cxn modelId="{2FB2CF62-FFCD-4C1D-B530-AD21D3C03151}" type="presOf" srcId="{147CAD23-2E38-4D88-9D47-49246FE4DFD2}" destId="{F75C054B-1218-45A4-B764-CB81CB428E47}" srcOrd="0" destOrd="0" presId="urn:microsoft.com/office/officeart/2018/2/layout/IconCircleList"/>
    <dgm:cxn modelId="{D65D4765-59CF-436E-BD86-E53D24050892}" type="presOf" srcId="{C2EFF669-B937-477B-8E31-FAAAD179BE1B}" destId="{5F8E13A9-33E3-4BD8-BD1B-02E1F4FB635D}" srcOrd="0" destOrd="0" presId="urn:microsoft.com/office/officeart/2018/2/layout/IconCircleList"/>
    <dgm:cxn modelId="{8DC7504A-E3E5-47E7-8CB7-AF743D76608C}" srcId="{29005AC8-B3BB-4386-A267-6702D42E4C50}" destId="{3A3A9087-0038-445E-B001-4CA3B5FF9BDC}" srcOrd="0" destOrd="0" parTransId="{518CEAD5-1F1D-489C-A29B-2CF762EFCB4D}" sibTransId="{AD5B04E6-D6C7-423B-A83B-F0A6D39E419E}"/>
    <dgm:cxn modelId="{18FE494D-3327-4281-B71C-040D8BA18132}" type="presOf" srcId="{3A3A9087-0038-445E-B001-4CA3B5FF9BDC}" destId="{34A4DF96-E055-4B77-8E26-49F1E4945BEA}" srcOrd="0" destOrd="0" presId="urn:microsoft.com/office/officeart/2018/2/layout/IconCircleList"/>
    <dgm:cxn modelId="{90DF25A3-D04B-401D-BB61-9A8C5E73BB5D}" type="presOf" srcId="{8B8460D3-12C3-4D4B-8C90-180E7B4DCDCB}" destId="{DC37F4AB-2177-4E42-89D3-608169721A63}" srcOrd="0" destOrd="0" presId="urn:microsoft.com/office/officeart/2018/2/layout/IconCircleList"/>
    <dgm:cxn modelId="{561317CD-769E-4352-B54D-E767E4512473}" srcId="{29005AC8-B3BB-4386-A267-6702D42E4C50}" destId="{C2EFF669-B937-477B-8E31-FAAAD179BE1B}" srcOrd="2" destOrd="0" parTransId="{A3B44E6E-524B-44C2-8683-AAE7BC554388}" sibTransId="{147CAD23-2E38-4D88-9D47-49246FE4DFD2}"/>
    <dgm:cxn modelId="{2EA1E3D2-D4D1-4E22-A504-F89B88001B52}" srcId="{29005AC8-B3BB-4386-A267-6702D42E4C50}" destId="{8B8460D3-12C3-4D4B-8C90-180E7B4DCDCB}" srcOrd="3" destOrd="0" parTransId="{7566CF2A-40E2-4A1A-A5DA-E21E0B75038E}" sibTransId="{E3371231-2AFA-4155-BFBA-D113FC4DBC59}"/>
    <dgm:cxn modelId="{D6C41FDB-2E67-4AC6-B981-45C68B3A7969}" type="presOf" srcId="{29005AC8-B3BB-4386-A267-6702D42E4C50}" destId="{B4673E68-0D36-4DB1-BF63-A2667C4F78D5}" srcOrd="0" destOrd="0" presId="urn:microsoft.com/office/officeart/2018/2/layout/IconCircleList"/>
    <dgm:cxn modelId="{AE7AE057-2B17-4C88-AAD8-7765F6BB3A3A}" type="presParOf" srcId="{B4673E68-0D36-4DB1-BF63-A2667C4F78D5}" destId="{7F61C01C-51BC-4500-A67F-5E6C291347CC}" srcOrd="0" destOrd="0" presId="urn:microsoft.com/office/officeart/2018/2/layout/IconCircleList"/>
    <dgm:cxn modelId="{AC184BBF-B3B7-4A18-9BFD-7A826EBEDB8E}" type="presParOf" srcId="{7F61C01C-51BC-4500-A67F-5E6C291347CC}" destId="{F9FA51E3-EEDD-41CC-9928-6D99FCFF5433}" srcOrd="0" destOrd="0" presId="urn:microsoft.com/office/officeart/2018/2/layout/IconCircleList"/>
    <dgm:cxn modelId="{B66EE1D2-76ED-42B1-B8A2-DCAD9475C5A7}" type="presParOf" srcId="{F9FA51E3-EEDD-41CC-9928-6D99FCFF5433}" destId="{9F3CE5D3-B91F-49DB-BB05-3069E54378B1}" srcOrd="0" destOrd="0" presId="urn:microsoft.com/office/officeart/2018/2/layout/IconCircleList"/>
    <dgm:cxn modelId="{386D7D9E-DFE0-4DE3-9630-681BAFAA01C3}" type="presParOf" srcId="{F9FA51E3-EEDD-41CC-9928-6D99FCFF5433}" destId="{02047D39-6D93-4B58-8B62-438A56BB4364}" srcOrd="1" destOrd="0" presId="urn:microsoft.com/office/officeart/2018/2/layout/IconCircleList"/>
    <dgm:cxn modelId="{43DC3CCB-EE3F-4C8F-9099-8032956333CC}" type="presParOf" srcId="{F9FA51E3-EEDD-41CC-9928-6D99FCFF5433}" destId="{9C60D063-E287-4A4E-990D-562D48A127E4}" srcOrd="2" destOrd="0" presId="urn:microsoft.com/office/officeart/2018/2/layout/IconCircleList"/>
    <dgm:cxn modelId="{6015DBD1-BD38-4AF7-99D9-0240875780F5}" type="presParOf" srcId="{F9FA51E3-EEDD-41CC-9928-6D99FCFF5433}" destId="{34A4DF96-E055-4B77-8E26-49F1E4945BEA}" srcOrd="3" destOrd="0" presId="urn:microsoft.com/office/officeart/2018/2/layout/IconCircleList"/>
    <dgm:cxn modelId="{9898E563-62B1-4304-8FAA-0C2467A1CD55}" type="presParOf" srcId="{7F61C01C-51BC-4500-A67F-5E6C291347CC}" destId="{9F2298D0-0521-4164-BB2A-C0BD22567CCA}" srcOrd="1" destOrd="0" presId="urn:microsoft.com/office/officeart/2018/2/layout/IconCircleList"/>
    <dgm:cxn modelId="{9BF92171-B5A1-47B7-A505-6FC3713C8E0C}" type="presParOf" srcId="{7F61C01C-51BC-4500-A67F-5E6C291347CC}" destId="{154EADC0-7BC5-4E6F-9848-0F19096F8DAD}" srcOrd="2" destOrd="0" presId="urn:microsoft.com/office/officeart/2018/2/layout/IconCircleList"/>
    <dgm:cxn modelId="{D424E3E5-3734-40BF-AD6E-392AC043698F}" type="presParOf" srcId="{154EADC0-7BC5-4E6F-9848-0F19096F8DAD}" destId="{E1B16371-ABA4-462A-B6B0-9C5C5B375961}" srcOrd="0" destOrd="0" presId="urn:microsoft.com/office/officeart/2018/2/layout/IconCircleList"/>
    <dgm:cxn modelId="{ACB0C06E-4FC3-498B-8ACF-B9F4781DBF5A}" type="presParOf" srcId="{154EADC0-7BC5-4E6F-9848-0F19096F8DAD}" destId="{820AD261-F93B-41B0-B38B-E17804E2E90E}" srcOrd="1" destOrd="0" presId="urn:microsoft.com/office/officeart/2018/2/layout/IconCircleList"/>
    <dgm:cxn modelId="{37F00C14-C3C3-43F0-855D-75F0DF3E0700}" type="presParOf" srcId="{154EADC0-7BC5-4E6F-9848-0F19096F8DAD}" destId="{B242E749-DFD0-448A-A545-5352A41994E5}" srcOrd="2" destOrd="0" presId="urn:microsoft.com/office/officeart/2018/2/layout/IconCircleList"/>
    <dgm:cxn modelId="{BEE1B7CF-7C5B-47F7-9928-5113E58EF956}" type="presParOf" srcId="{154EADC0-7BC5-4E6F-9848-0F19096F8DAD}" destId="{18D59E6E-088A-4E3C-B642-89E483A28503}" srcOrd="3" destOrd="0" presId="urn:microsoft.com/office/officeart/2018/2/layout/IconCircleList"/>
    <dgm:cxn modelId="{98F864EF-7E33-4418-AFC0-97D9E7750669}" type="presParOf" srcId="{7F61C01C-51BC-4500-A67F-5E6C291347CC}" destId="{CBA3FD6E-CC90-43BD-9165-8507212B5A75}" srcOrd="3" destOrd="0" presId="urn:microsoft.com/office/officeart/2018/2/layout/IconCircleList"/>
    <dgm:cxn modelId="{A0ABBA7F-9964-4217-9802-A7A66ED4264F}" type="presParOf" srcId="{7F61C01C-51BC-4500-A67F-5E6C291347CC}" destId="{3A866B9E-5BBA-46D2-BBED-8DE7F8133A76}" srcOrd="4" destOrd="0" presId="urn:microsoft.com/office/officeart/2018/2/layout/IconCircleList"/>
    <dgm:cxn modelId="{1A22409E-2615-4608-903F-C3B95E321740}" type="presParOf" srcId="{3A866B9E-5BBA-46D2-BBED-8DE7F8133A76}" destId="{10999442-8800-46C6-85F5-03852C577ADD}" srcOrd="0" destOrd="0" presId="urn:microsoft.com/office/officeart/2018/2/layout/IconCircleList"/>
    <dgm:cxn modelId="{1CFEBC7F-71AE-4AEB-A7FB-F005256BC833}" type="presParOf" srcId="{3A866B9E-5BBA-46D2-BBED-8DE7F8133A76}" destId="{596CECA5-760B-4D39-B8B8-1F918501CF2E}" srcOrd="1" destOrd="0" presId="urn:microsoft.com/office/officeart/2018/2/layout/IconCircleList"/>
    <dgm:cxn modelId="{24B9C1EE-6231-4C89-B479-8116C5E819C4}" type="presParOf" srcId="{3A866B9E-5BBA-46D2-BBED-8DE7F8133A76}" destId="{70FB63FD-DE60-44F1-9400-25FA3447AF85}" srcOrd="2" destOrd="0" presId="urn:microsoft.com/office/officeart/2018/2/layout/IconCircleList"/>
    <dgm:cxn modelId="{870EE365-E32D-4F2C-BE5C-A2B449377F66}" type="presParOf" srcId="{3A866B9E-5BBA-46D2-BBED-8DE7F8133A76}" destId="{5F8E13A9-33E3-4BD8-BD1B-02E1F4FB635D}" srcOrd="3" destOrd="0" presId="urn:microsoft.com/office/officeart/2018/2/layout/IconCircleList"/>
    <dgm:cxn modelId="{A58DA4F0-7468-48D2-8900-250228C75F7E}" type="presParOf" srcId="{7F61C01C-51BC-4500-A67F-5E6C291347CC}" destId="{F75C054B-1218-45A4-B764-CB81CB428E47}" srcOrd="5" destOrd="0" presId="urn:microsoft.com/office/officeart/2018/2/layout/IconCircleList"/>
    <dgm:cxn modelId="{2CCF1A29-AED7-4DCB-87BB-64ED61CE2197}" type="presParOf" srcId="{7F61C01C-51BC-4500-A67F-5E6C291347CC}" destId="{F871B0B0-A567-4DDE-B50E-D83B9CF08D75}" srcOrd="6" destOrd="0" presId="urn:microsoft.com/office/officeart/2018/2/layout/IconCircleList"/>
    <dgm:cxn modelId="{AD82F257-5D2B-466E-A6D7-6AA345BA2041}" type="presParOf" srcId="{F871B0B0-A567-4DDE-B50E-D83B9CF08D75}" destId="{B37350B3-849D-429E-B7A8-CEF1934F40CA}" srcOrd="0" destOrd="0" presId="urn:microsoft.com/office/officeart/2018/2/layout/IconCircleList"/>
    <dgm:cxn modelId="{2D1FD0CF-710E-416B-9DC2-24CB98374D82}" type="presParOf" srcId="{F871B0B0-A567-4DDE-B50E-D83B9CF08D75}" destId="{57E1BAE0-065A-4D0D-8A10-FF016B0F11D4}" srcOrd="1" destOrd="0" presId="urn:microsoft.com/office/officeart/2018/2/layout/IconCircleList"/>
    <dgm:cxn modelId="{15C598C4-491B-4F10-853B-F3671EF3A852}" type="presParOf" srcId="{F871B0B0-A567-4DDE-B50E-D83B9CF08D75}" destId="{A2A50D78-A2EC-4A82-8E5C-F4AF9DEB0F52}" srcOrd="2" destOrd="0" presId="urn:microsoft.com/office/officeart/2018/2/layout/IconCircleList"/>
    <dgm:cxn modelId="{57E30E05-F77C-4F6C-9A28-76AF77D8639D}" type="presParOf" srcId="{F871B0B0-A567-4DDE-B50E-D83B9CF08D75}" destId="{DC37F4AB-2177-4E42-89D3-608169721A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919E9-3778-4F0D-843A-09CFC7CFB3A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8A707-DE13-4D03-B43A-1F624C8164A5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Information transmitted through the internet is vulnerable to interception and manipulation.</a:t>
          </a:r>
        </a:p>
      </dsp:txBody>
      <dsp:txXfrm>
        <a:off x="25435" y="2276522"/>
        <a:ext cx="1800000" cy="720000"/>
      </dsp:txXfrm>
    </dsp:sp>
    <dsp:sp modelId="{646BB1B4-3162-4F84-AA77-E5798D4646AE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C64F8-1568-4B61-A9C5-37F421AD4C10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Steganography hides the existence of secret messages inside digital media.</a:t>
          </a:r>
        </a:p>
      </dsp:txBody>
      <dsp:txXfrm>
        <a:off x="2140435" y="2276522"/>
        <a:ext cx="1800000" cy="720000"/>
      </dsp:txXfrm>
    </dsp:sp>
    <dsp:sp modelId="{088C1F70-5DDC-4D53-B8B7-4C3324C195E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7977D-A8F7-4283-9A8F-B03A94BA56A7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LSB is a simple and widely used image steganography technique.</a:t>
          </a:r>
        </a:p>
      </dsp:txBody>
      <dsp:txXfrm>
        <a:off x="4255435" y="2276522"/>
        <a:ext cx="1800000" cy="720000"/>
      </dsp:txXfrm>
    </dsp:sp>
    <dsp:sp modelId="{7139CF28-C988-4D92-8A16-B31599B904F4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A3D97-A17D-4ACE-9BE7-49D70D6021EB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PNG images are suitable because they use lossless compression.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1904A-46BC-4BD7-86DD-A982A69D47C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52EA5-7BEB-4B68-B3B0-C754F3E5725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Sensitive messages transmitted openly can be intercepted. </a:t>
          </a:r>
        </a:p>
      </dsp:txBody>
      <dsp:txXfrm>
        <a:off x="456496" y="980400"/>
        <a:ext cx="3381034" cy="2099279"/>
      </dsp:txXfrm>
    </dsp:sp>
    <dsp:sp modelId="{A4707A39-FEEB-4AEC-989A-C7731A416B2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868FE-3860-4077-95E5-1DEF773B647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Traditional encryption only hides message content, not the existence of the message.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B6299-96E5-41BD-A19F-5F5487EF79B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BDB41-B96D-4261-8672-FC5E249E05B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C9128-AF3D-4334-B6AB-0176529C7B2C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Implement Least Significant Bit (LSB) steganography using Python. </a:t>
          </a:r>
        </a:p>
      </dsp:txBody>
      <dsp:txXfrm>
        <a:off x="46529" y="2703902"/>
        <a:ext cx="2418750" cy="720000"/>
      </dsp:txXfrm>
    </dsp:sp>
    <dsp:sp modelId="{7D710595-2661-46A3-B56D-5E93781ACC46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88510-88DE-43DC-8E32-76AB780ADA7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0E0CD-B739-47E7-B278-82C0CADDA73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Hide secret text messages inside PNG images. </a:t>
          </a:r>
        </a:p>
      </dsp:txBody>
      <dsp:txXfrm>
        <a:off x="2888560" y="2703902"/>
        <a:ext cx="2418750" cy="720000"/>
      </dsp:txXfrm>
    </dsp:sp>
    <dsp:sp modelId="{A1AE2FFD-8E8D-4AC5-B342-CD1751D56F8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BED29-D87C-4DD4-B587-453A1E0673F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C44C6-A006-40D2-9B96-21C3B63ABE21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Use Pillow and NumPy libraries for image and bit manipulation.</a:t>
          </a:r>
        </a:p>
      </dsp:txBody>
      <dsp:txXfrm>
        <a:off x="5730591" y="27039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FAC8B-EAB4-490B-A26E-F4254DEE20A7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D74A8-782B-4967-A13B-9C3FDE6E48B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Develop an encoder to hide messages inside PNG images.</a:t>
          </a:r>
        </a:p>
      </dsp:txBody>
      <dsp:txXfrm>
        <a:off x="25435" y="2276522"/>
        <a:ext cx="1800000" cy="720000"/>
      </dsp:txXfrm>
    </dsp:sp>
    <dsp:sp modelId="{87D1758C-96AC-4599-B5BD-CF70BBEF7D80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EFE46-9970-4093-A50A-60F652643DE2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Develop a decoder to extract hidden messages accurately.</a:t>
          </a:r>
        </a:p>
      </dsp:txBody>
      <dsp:txXfrm>
        <a:off x="2140435" y="2276522"/>
        <a:ext cx="1800000" cy="720000"/>
      </dsp:txXfrm>
    </dsp:sp>
    <dsp:sp modelId="{7E18BC51-81D5-45BE-88A8-194E91773467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AF64-0432-4529-9308-B11ED7037FF6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Evaluate image quality using PSNR and MSE metrics.</a:t>
          </a:r>
        </a:p>
      </dsp:txBody>
      <dsp:txXfrm>
        <a:off x="4255435" y="2276522"/>
        <a:ext cx="1800000" cy="720000"/>
      </dsp:txXfrm>
    </dsp:sp>
    <dsp:sp modelId="{14085A70-55B7-4BF3-BFC7-EF7A5A3930A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6EBD3-3ED1-465F-99C8-B699F6F5089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Analyze embedding capacity and robustness against compression.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A2A90-0106-4F5E-AA46-B505ECE80775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D832E-CC98-41C8-B616-33CA5C3584B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84B9E-0242-4216-BB23-A100C263E953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Simple and efficient implementation </a:t>
          </a:r>
        </a:p>
      </dsp:txBody>
      <dsp:txXfrm>
        <a:off x="46529" y="2703902"/>
        <a:ext cx="2418750" cy="720000"/>
      </dsp:txXfrm>
    </dsp:sp>
    <dsp:sp modelId="{3FC1119F-8AE3-4DF4-9D3D-CFB3D2611CE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EB6DB-1D6E-4318-A673-7168729ACD67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634E6-FCCA-4326-8E64-CCB3C8790B1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High embedding capacity </a:t>
          </a:r>
        </a:p>
      </dsp:txBody>
      <dsp:txXfrm>
        <a:off x="2888560" y="2703902"/>
        <a:ext cx="2418750" cy="720000"/>
      </dsp:txXfrm>
    </dsp:sp>
    <dsp:sp modelId="{157C96AD-28F9-4B36-9C17-1850160B834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CD995-1FF6-4076-8713-0E42288A325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63732-8E51-41A5-A90A-BE9D2D86636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Minimal visual change to the image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CB941-7E5B-47C7-9F00-F5F0C625E602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Text messages are converted into binary form.</a:t>
          </a:r>
        </a:p>
      </dsp:txBody>
      <dsp:txXfrm>
        <a:off x="23773" y="23773"/>
        <a:ext cx="5612256" cy="764123"/>
      </dsp:txXfrm>
    </dsp:sp>
    <dsp:sp modelId="{2A3C15CD-4C52-4ACC-916F-5BB8B3E603D7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least significant bit of RGB pixels is modified.</a:t>
          </a:r>
        </a:p>
      </dsp:txBody>
      <dsp:txXfrm>
        <a:off x="572896" y="983018"/>
        <a:ext cx="5432442" cy="764123"/>
      </dsp:txXfrm>
    </dsp:sp>
    <dsp:sp modelId="{1C4C9E6A-2BEE-4CEE-9D81-3BA6AC88C742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Pixel value changes are visually imperceptible.</a:t>
          </a:r>
        </a:p>
      </dsp:txBody>
      <dsp:txXfrm>
        <a:off x="1113823" y="1942263"/>
        <a:ext cx="5440638" cy="764123"/>
      </dsp:txXfrm>
    </dsp:sp>
    <dsp:sp modelId="{3B45A2A8-99E7-4167-A09E-70ACE938CBDC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Decoder extracts LSB bits and reconstructs the message.</a:t>
          </a:r>
        </a:p>
      </dsp:txBody>
      <dsp:txXfrm>
        <a:off x="1662947" y="2901508"/>
        <a:ext cx="5432442" cy="764123"/>
      </dsp:txXfrm>
    </dsp:sp>
    <dsp:sp modelId="{6A834E1C-B72C-48F4-A36F-53BE2D94434A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E0C6EB01-1EBC-41E5-B452-09FFF7F228D9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D08F571A-FEC5-4597-B418-F471B6913442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F6CA1-2A3C-4AE9-B591-2DD3B3AF17E9}">
      <dsp:nvSpPr>
        <dsp:cNvPr id="0" name=""/>
        <dsp:cNvSpPr/>
      </dsp:nvSpPr>
      <dsp:spPr>
        <a:xfrm>
          <a:off x="1331829" y="631"/>
          <a:ext cx="2305088" cy="13830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Encoder Module: Image + Secret Message → Stego Image</a:t>
          </a:r>
        </a:p>
      </dsp:txBody>
      <dsp:txXfrm>
        <a:off x="1372337" y="41139"/>
        <a:ext cx="2224072" cy="1302037"/>
      </dsp:txXfrm>
    </dsp:sp>
    <dsp:sp modelId="{FF6E2AB2-6097-4679-92DC-0A703E318C6D}">
      <dsp:nvSpPr>
        <dsp:cNvPr id="0" name=""/>
        <dsp:cNvSpPr/>
      </dsp:nvSpPr>
      <dsp:spPr>
        <a:xfrm>
          <a:off x="3839765" y="406327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839765" y="520659"/>
        <a:ext cx="342075" cy="342998"/>
      </dsp:txXfrm>
    </dsp:sp>
    <dsp:sp modelId="{7F306860-004B-4AC4-A3BC-FFE89614C050}">
      <dsp:nvSpPr>
        <dsp:cNvPr id="0" name=""/>
        <dsp:cNvSpPr/>
      </dsp:nvSpPr>
      <dsp:spPr>
        <a:xfrm>
          <a:off x="4558953" y="631"/>
          <a:ext cx="2305088" cy="13830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Decoder Module: Stego Image → Extracted Message</a:t>
          </a:r>
        </a:p>
      </dsp:txBody>
      <dsp:txXfrm>
        <a:off x="4599461" y="41139"/>
        <a:ext cx="2224072" cy="1302037"/>
      </dsp:txXfrm>
    </dsp:sp>
    <dsp:sp modelId="{EFAAF7A8-0709-4A36-AC02-B01A63737F9A}">
      <dsp:nvSpPr>
        <dsp:cNvPr id="0" name=""/>
        <dsp:cNvSpPr/>
      </dsp:nvSpPr>
      <dsp:spPr>
        <a:xfrm rot="5400000">
          <a:off x="5467158" y="1545040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539999" y="1586532"/>
        <a:ext cx="342998" cy="342075"/>
      </dsp:txXfrm>
    </dsp:sp>
    <dsp:sp modelId="{ECE65C0B-B25E-4F02-B4D4-95103722C117}">
      <dsp:nvSpPr>
        <dsp:cNvPr id="0" name=""/>
        <dsp:cNvSpPr/>
      </dsp:nvSpPr>
      <dsp:spPr>
        <a:xfrm>
          <a:off x="4558953" y="2305720"/>
          <a:ext cx="2305088" cy="13830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Python libraries used: Pillow and NumPy</a:t>
          </a:r>
        </a:p>
      </dsp:txBody>
      <dsp:txXfrm>
        <a:off x="4599461" y="2346228"/>
        <a:ext cx="2224072" cy="1302037"/>
      </dsp:txXfrm>
    </dsp:sp>
    <dsp:sp modelId="{D4937EE6-A1B3-4C0E-93A5-8592B2C84C97}">
      <dsp:nvSpPr>
        <dsp:cNvPr id="0" name=""/>
        <dsp:cNvSpPr/>
      </dsp:nvSpPr>
      <dsp:spPr>
        <a:xfrm rot="10800000">
          <a:off x="3867426" y="2711415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014029" y="2825747"/>
        <a:ext cx="342075" cy="342998"/>
      </dsp:txXfrm>
    </dsp:sp>
    <dsp:sp modelId="{ABFEE960-8F86-4883-99AD-7A3C714FC34E}">
      <dsp:nvSpPr>
        <dsp:cNvPr id="0" name=""/>
        <dsp:cNvSpPr/>
      </dsp:nvSpPr>
      <dsp:spPr>
        <a:xfrm>
          <a:off x="1331829" y="2305720"/>
          <a:ext cx="2305088" cy="13830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Modules: encoder.py, decoder.py, main.py, utils.py</a:t>
          </a:r>
        </a:p>
      </dsp:txBody>
      <dsp:txXfrm>
        <a:off x="1372337" y="2346228"/>
        <a:ext cx="2224072" cy="13020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F2F30-B7F1-4B4D-A845-27BEAD3A24F1}">
      <dsp:nvSpPr>
        <dsp:cNvPr id="0" name=""/>
        <dsp:cNvSpPr/>
      </dsp:nvSpPr>
      <dsp:spPr>
        <a:xfrm>
          <a:off x="0" y="203939"/>
          <a:ext cx="5122926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Encoding replaces pixel LSB using bitwise operations.</a:t>
          </a:r>
        </a:p>
      </dsp:txBody>
      <dsp:txXfrm>
        <a:off x="58257" y="262196"/>
        <a:ext cx="5006412" cy="1076886"/>
      </dsp:txXfrm>
    </dsp:sp>
    <dsp:sp modelId="{108971D9-094F-43B2-BAC1-EC18E1731BB0}">
      <dsp:nvSpPr>
        <dsp:cNvPr id="0" name=""/>
        <dsp:cNvSpPr/>
      </dsp:nvSpPr>
      <dsp:spPr>
        <a:xfrm>
          <a:off x="0" y="1483739"/>
          <a:ext cx="5122926" cy="119340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Decoding reads sequential LSB bits from RGB channels.</a:t>
          </a:r>
        </a:p>
      </dsp:txBody>
      <dsp:txXfrm>
        <a:off x="58257" y="1541996"/>
        <a:ext cx="5006412" cy="1076886"/>
      </dsp:txXfrm>
    </dsp:sp>
    <dsp:sp modelId="{AF85E9CE-04B7-4526-B696-5E17D4CE241B}">
      <dsp:nvSpPr>
        <dsp:cNvPr id="0" name=""/>
        <dsp:cNvSpPr/>
      </dsp:nvSpPr>
      <dsp:spPr>
        <a:xfrm>
          <a:off x="0" y="2763539"/>
          <a:ext cx="5122926" cy="119340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Delimiter marks the end of the hidden message.</a:t>
          </a:r>
        </a:p>
      </dsp:txBody>
      <dsp:txXfrm>
        <a:off x="58257" y="2821796"/>
        <a:ext cx="5006412" cy="1076886"/>
      </dsp:txXfrm>
    </dsp:sp>
    <dsp:sp modelId="{7540D281-1C9D-4320-92B8-CD47DB8D3262}">
      <dsp:nvSpPr>
        <dsp:cNvPr id="0" name=""/>
        <dsp:cNvSpPr/>
      </dsp:nvSpPr>
      <dsp:spPr>
        <a:xfrm>
          <a:off x="0" y="4043340"/>
          <a:ext cx="5122926" cy="11934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Only PNG format is supported for reliable recovery.</a:t>
          </a:r>
        </a:p>
      </dsp:txBody>
      <dsp:txXfrm>
        <a:off x="58257" y="4101597"/>
        <a:ext cx="5006412" cy="10768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080C3-C5AF-4E68-A21C-24D3071B9014}">
      <dsp:nvSpPr>
        <dsp:cNvPr id="0" name=""/>
        <dsp:cNvSpPr/>
      </dsp:nvSpPr>
      <dsp:spPr>
        <a:xfrm>
          <a:off x="0" y="431084"/>
          <a:ext cx="4690291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PSNR measures image quality similarity.</a:t>
          </a:r>
        </a:p>
      </dsp:txBody>
      <dsp:txXfrm>
        <a:off x="48547" y="479631"/>
        <a:ext cx="4593197" cy="897406"/>
      </dsp:txXfrm>
    </dsp:sp>
    <dsp:sp modelId="{E063D9B0-11CC-440A-8856-E6EC25DBE8FE}">
      <dsp:nvSpPr>
        <dsp:cNvPr id="0" name=""/>
        <dsp:cNvSpPr/>
      </dsp:nvSpPr>
      <dsp:spPr>
        <a:xfrm>
          <a:off x="0" y="1497584"/>
          <a:ext cx="4690291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MSE measures pixel differences between cover and stego images.</a:t>
          </a:r>
        </a:p>
      </dsp:txBody>
      <dsp:txXfrm>
        <a:off x="48547" y="1546131"/>
        <a:ext cx="4593197" cy="897406"/>
      </dsp:txXfrm>
    </dsp:sp>
    <dsp:sp modelId="{C94C380A-3702-4FE6-9984-42C2FAE34BE2}">
      <dsp:nvSpPr>
        <dsp:cNvPr id="0" name=""/>
        <dsp:cNvSpPr/>
      </dsp:nvSpPr>
      <dsp:spPr>
        <a:xfrm>
          <a:off x="0" y="2564084"/>
          <a:ext cx="4690291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Capacity testing uses multiple image resolutions.</a:t>
          </a:r>
        </a:p>
      </dsp:txBody>
      <dsp:txXfrm>
        <a:off x="48547" y="2612631"/>
        <a:ext cx="4593197" cy="897406"/>
      </dsp:txXfrm>
    </dsp:sp>
    <dsp:sp modelId="{524C001B-BDB9-4B9B-9F06-501338D4B5DD}">
      <dsp:nvSpPr>
        <dsp:cNvPr id="0" name=""/>
        <dsp:cNvSpPr/>
      </dsp:nvSpPr>
      <dsp:spPr>
        <a:xfrm>
          <a:off x="0" y="3630585"/>
          <a:ext cx="4690291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Robustness tested against JPEG compression.</a:t>
          </a:r>
        </a:p>
      </dsp:txBody>
      <dsp:txXfrm>
        <a:off x="48547" y="3679132"/>
        <a:ext cx="4593197" cy="8974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CE5D3-B91F-49DB-BB05-3069E54378B1}">
      <dsp:nvSpPr>
        <dsp:cNvPr id="0" name=""/>
        <dsp:cNvSpPr/>
      </dsp:nvSpPr>
      <dsp:spPr>
        <a:xfrm>
          <a:off x="118221" y="823816"/>
          <a:ext cx="997668" cy="9976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47D39-6D93-4B58-8B62-438A56BB4364}">
      <dsp:nvSpPr>
        <dsp:cNvPr id="0" name=""/>
        <dsp:cNvSpPr/>
      </dsp:nvSpPr>
      <dsp:spPr>
        <a:xfrm>
          <a:off x="327732" y="1033327"/>
          <a:ext cx="578647" cy="578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4DF96-E055-4B77-8E26-49F1E4945BEA}">
      <dsp:nvSpPr>
        <dsp:cNvPr id="0" name=""/>
        <dsp:cNvSpPr/>
      </dsp:nvSpPr>
      <dsp:spPr>
        <a:xfrm>
          <a:off x="1329675" y="823816"/>
          <a:ext cx="2351646" cy="99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LSB steganography provides simple hidden communication.</a:t>
          </a:r>
        </a:p>
      </dsp:txBody>
      <dsp:txXfrm>
        <a:off x="1329675" y="823816"/>
        <a:ext cx="2351646" cy="997668"/>
      </dsp:txXfrm>
    </dsp:sp>
    <dsp:sp modelId="{E1B16371-ABA4-462A-B6B0-9C5C5B375961}">
      <dsp:nvSpPr>
        <dsp:cNvPr id="0" name=""/>
        <dsp:cNvSpPr/>
      </dsp:nvSpPr>
      <dsp:spPr>
        <a:xfrm>
          <a:off x="4091078" y="823816"/>
          <a:ext cx="997668" cy="9976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AD261-F93B-41B0-B38B-E17804E2E90E}">
      <dsp:nvSpPr>
        <dsp:cNvPr id="0" name=""/>
        <dsp:cNvSpPr/>
      </dsp:nvSpPr>
      <dsp:spPr>
        <a:xfrm>
          <a:off x="4300588" y="1033327"/>
          <a:ext cx="578647" cy="578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59E6E-088A-4E3C-B642-89E483A28503}">
      <dsp:nvSpPr>
        <dsp:cNvPr id="0" name=""/>
        <dsp:cNvSpPr/>
      </dsp:nvSpPr>
      <dsp:spPr>
        <a:xfrm>
          <a:off x="5302532" y="823816"/>
          <a:ext cx="2351646" cy="99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Python implementation is flexible and easy to develop.</a:t>
          </a:r>
        </a:p>
      </dsp:txBody>
      <dsp:txXfrm>
        <a:off x="5302532" y="823816"/>
        <a:ext cx="2351646" cy="997668"/>
      </dsp:txXfrm>
    </dsp:sp>
    <dsp:sp modelId="{10999442-8800-46C6-85F5-03852C577ADD}">
      <dsp:nvSpPr>
        <dsp:cNvPr id="0" name=""/>
        <dsp:cNvSpPr/>
      </dsp:nvSpPr>
      <dsp:spPr>
        <a:xfrm>
          <a:off x="118221" y="2567635"/>
          <a:ext cx="997668" cy="9976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CECA5-760B-4D39-B8B8-1F918501CF2E}">
      <dsp:nvSpPr>
        <dsp:cNvPr id="0" name=""/>
        <dsp:cNvSpPr/>
      </dsp:nvSpPr>
      <dsp:spPr>
        <a:xfrm>
          <a:off x="327732" y="2777145"/>
          <a:ext cx="578647" cy="578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E13A9-33E3-4BD8-BD1B-02E1F4FB635D}">
      <dsp:nvSpPr>
        <dsp:cNvPr id="0" name=""/>
        <dsp:cNvSpPr/>
      </dsp:nvSpPr>
      <dsp:spPr>
        <a:xfrm>
          <a:off x="1329675" y="2567635"/>
          <a:ext cx="2351646" cy="99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PNG images preserve hidden data effectively.</a:t>
          </a:r>
        </a:p>
      </dsp:txBody>
      <dsp:txXfrm>
        <a:off x="1329675" y="2567635"/>
        <a:ext cx="2351646" cy="997668"/>
      </dsp:txXfrm>
    </dsp:sp>
    <dsp:sp modelId="{B37350B3-849D-429E-B7A8-CEF1934F40CA}">
      <dsp:nvSpPr>
        <dsp:cNvPr id="0" name=""/>
        <dsp:cNvSpPr/>
      </dsp:nvSpPr>
      <dsp:spPr>
        <a:xfrm>
          <a:off x="4091078" y="2567635"/>
          <a:ext cx="997668" cy="9976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1BAE0-065A-4D0D-8A10-FF016B0F11D4}">
      <dsp:nvSpPr>
        <dsp:cNvPr id="0" name=""/>
        <dsp:cNvSpPr/>
      </dsp:nvSpPr>
      <dsp:spPr>
        <a:xfrm>
          <a:off x="4300588" y="2777145"/>
          <a:ext cx="578647" cy="578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7F4AB-2177-4E42-89D3-608169721A63}">
      <dsp:nvSpPr>
        <dsp:cNvPr id="0" name=""/>
        <dsp:cNvSpPr/>
      </dsp:nvSpPr>
      <dsp:spPr>
        <a:xfrm>
          <a:off x="5302532" y="2567635"/>
          <a:ext cx="2351646" cy="99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Future work may include encryption and advanced steganography methods.</a:t>
          </a:r>
        </a:p>
      </dsp:txBody>
      <dsp:txXfrm>
        <a:off x="5302532" y="2567635"/>
        <a:ext cx="2351646" cy="997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FA16-00DE-98DB-E31D-A24615CD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61568"/>
          </a:xfrm>
        </p:spPr>
        <p:txBody>
          <a:bodyPr>
            <a:normAutofit/>
          </a:bodyPr>
          <a:lstStyle/>
          <a:p>
            <a:r>
              <a:rPr lang="en-US" sz="2800"/>
              <a:t>IMPLEMENTATION OF DIGITAL IMAGE STEGANOGRAPHY USING THE LEAST SIGNIFICANT BIT (LSB) METHOD FOR PYTHON-BASED SECRET MESSAGE HIDING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34F3-E6C6-7B8E-D43E-117D6A65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44847"/>
            <a:ext cx="8229600" cy="1409308"/>
          </a:xfrm>
        </p:spPr>
        <p:txBody>
          <a:bodyPr/>
          <a:lstStyle/>
          <a:p>
            <a:r>
              <a:rPr lang="en-US"/>
              <a:t>Admiral Hisyam Zidny (314540001)</a:t>
            </a:r>
          </a:p>
          <a:p>
            <a:r>
              <a:rPr lang="en-US"/>
              <a:t>Syahrizal M. Nurjaya(314540039)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2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Background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B979CBF-70CC-0D86-9C43-0F02B9A95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1505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B6D50-173E-C612-1EB4-E517156C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Problem</a:t>
            </a:r>
            <a:endParaRPr lang="en-ID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B17E1-BA0C-1B06-0629-27156CDD80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52162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203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B6D50-173E-C612-1EB4-E517156C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500" b="1">
                <a:solidFill>
                  <a:srgbClr val="FFFFFF"/>
                </a:solidFill>
              </a:rPr>
              <a:t>Proposed Solution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7AF41B1-B379-896E-A347-6C375307E6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0716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34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Research Objectives</a:t>
            </a:r>
          </a:p>
        </p:txBody>
      </p:sp>
      <p:graphicFrame>
        <p:nvGraphicFramePr>
          <p:cNvPr id="20" name="TextBox 2">
            <a:extLst>
              <a:ext uri="{FF2B5EF4-FFF2-40B4-BE49-F238E27FC236}">
                <a16:creationId xmlns:a16="http://schemas.microsoft.com/office/drawing/2014/main" id="{B68FA416-5DDF-1D1E-C4AE-A6A34788A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7270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B6D50-173E-C612-1EB4-E517156C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Why LSB?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668684-87D1-3E5D-204F-E761F8BAB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6594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205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LSB Works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8D6F051-6DFF-8A7D-31F3-9E16AEF2C9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603898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711A569-9642-D406-83BF-58F8273E2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71095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9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3771" y="507160"/>
            <a:ext cx="2610939" cy="5438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D8EA065-7B18-F2FF-B2D5-8CCC9384DC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0325175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473202" y="495992"/>
            <a:ext cx="3146355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 and Evaluation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9899E2F-7C82-3F95-1A04-9684771328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896866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D" sz="2800" b="1">
                <a:solidFill>
                  <a:srgbClr val="142850"/>
                </a:solidFill>
              </a:rPr>
              <a:t>Conclusion</a:t>
            </a:r>
            <a:endParaRPr lang="en-ID" sz="2800" b="1" dirty="0">
              <a:solidFill>
                <a:srgbClr val="142850"/>
              </a:solidFill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C3C3595-0B78-8EF5-6B32-6C45FDA9B40D}"/>
              </a:ext>
            </a:extLst>
          </p:cNvPr>
          <p:cNvGraphicFramePr/>
          <p:nvPr/>
        </p:nvGraphicFramePr>
        <p:xfrm>
          <a:off x="731520" y="1097280"/>
          <a:ext cx="77724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Cover Image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469" y="467208"/>
            <a:ext cx="3332015" cy="5923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373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IMPLEMENTATION OF DIGITAL IMAGE STEGANOGRAPHY USING THE LEAST SIGNIFICANT BIT (LSB) METHOD FOR PYTHON-BASED SECRET MESSAGE HIDING</vt:lpstr>
      <vt:lpstr>PowerPoint Presentation</vt:lpstr>
      <vt:lpstr>Problem</vt:lpstr>
      <vt:lpstr>Proposed Solution</vt:lpstr>
      <vt:lpstr>PowerPoint Presentation</vt:lpstr>
      <vt:lpstr>Why LSB?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DIGITAL IMAGE STEGANOGRAPHY USING THE LEAST SIGNIFICANT BIT (LSB) METHOD FOR PYTHON-BASED SECRET MESSAGE HIDING</dc:title>
  <dc:subject/>
  <dc:creator/>
  <cp:keywords/>
  <dc:description>generated using python-pptx</dc:description>
  <cp:lastModifiedBy>Syahrizal Muhammad Nurjaya</cp:lastModifiedBy>
  <cp:revision>2</cp:revision>
  <dcterms:created xsi:type="dcterms:W3CDTF">2013-01-27T09:14:16Z</dcterms:created>
  <dcterms:modified xsi:type="dcterms:W3CDTF">2026-05-25T10:29:14Z</dcterms:modified>
  <cp:category/>
</cp:coreProperties>
</file>